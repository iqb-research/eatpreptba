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7" r:id="rId2"/>
    <p:sldId id="258" r:id="rId3"/>
    <p:sldId id="260" r:id="rId4"/>
    <p:sldId id="261" r:id="rId5"/>
    <p:sldId id="262" r:id="rId6"/>
    <p:sldId id="264" r:id="rId7"/>
    <p:sldId id="271" r:id="rId8"/>
    <p:sldId id="265" r:id="rId9"/>
    <p:sldId id="272" r:id="rId10"/>
    <p:sldId id="266" r:id="rId11"/>
    <p:sldId id="267" r:id="rId12"/>
    <p:sldId id="268" r:id="rId13"/>
    <p:sldId id="269" r:id="rId14"/>
    <p:sldId id="273" r:id="rId15"/>
    <p:sldId id="274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355C"/>
    <a:srgbClr val="FFFFFF"/>
    <a:srgbClr val="F2D6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0" autoAdjust="0"/>
    <p:restoredTop sz="94660"/>
  </p:normalViewPr>
  <p:slideViewPr>
    <p:cSldViewPr snapToGrid="0">
      <p:cViewPr>
        <p:scale>
          <a:sx n="133" d="100"/>
          <a:sy n="133" d="100"/>
        </p:scale>
        <p:origin x="-1644" y="-21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B53907-AE11-4DB4-A650-AEF08113A763}" type="datetimeFigureOut">
              <a:rPr lang="de-DE" smtClean="0"/>
              <a:t>29.06.2026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68210E-BC6B-4989-9CE8-F4ECFF198E7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1463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8210E-BC6B-4989-9CE8-F4ECFF198E7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8274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5B07D-FC10-E8E8-FAB7-7B96AE6F8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CA023-1EE4-AC37-2F26-C52A5D9ECF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81E0-75E6-F945-A8A7-377D183F8F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D8392F-2B13-D8AC-2BCA-77A1025C76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8210E-BC6B-4989-9CE8-F4ECFF198E7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73678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16CF6-78A3-0E5C-FCC7-ABD0D4FD7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E78D46-C3FE-DB07-9AD0-44E8B649F1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5342CC-8E54-D956-CF38-F51639D69F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C43C48-2659-C36B-ED52-F50C8134C1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8210E-BC6B-4989-9CE8-F4ECFF198E7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2268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8E4C-28B5-E9DD-CCA3-A756FFD73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369288-EEDB-1EA9-E0AF-890751A8A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32CAB-ADFA-DB9F-0B79-148E2E313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BD9B7-77EB-9227-FD4F-471116FB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FAC99-815B-3531-3284-B5141D62A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3241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0432D-8CFB-5852-A17D-56EC6565F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E1134-9A6A-C14F-5329-EDC259E5D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FBC24-4872-8F60-E171-85141AE75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19D01-E377-2744-8297-1664A86A1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5255C-2632-2C34-16AD-6F65A49DC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295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6181A-F79B-49FA-D97E-4C9CF40AA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0993A-CB5E-9EDF-E533-69C74206D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20CBD-5359-1FA8-3DD8-AD64CED8C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AC95E-FF2E-8600-98BA-2C751D6A1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26B98-0FF6-88EE-7C62-E27C4CAAE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0231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87D0C-787C-1840-9B55-D8FE4DD25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C1703-4D0A-EF43-11C1-DD754D3E53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6EACB0-8756-C3ED-D447-059E77FD57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4073B0-8445-9903-104E-65AEEF0F3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58EB3B-B51E-DFDE-0762-1DBDAC53C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8843F1-6B16-0D75-3446-686F75244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0186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EFF4F-0099-C3BE-21F1-7520683BF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38FA0-097D-B2E1-C9AC-F1394C6DD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E48354-1D96-E233-99F7-CD49A5BC59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0BF043-5667-68CC-BFD3-0AF7533514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5085A5-68D0-8CEC-93BB-8C2979B303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090F9E-04DE-F0D3-F43C-64D57AE69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F3187A-2B45-96D5-CAD3-3514DDA2F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60ADEC-10EF-D366-C883-1C4C45E9E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244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62CD7-5956-2A57-5600-6D6CA3493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414C5E-C402-1B81-C05C-1E4EC08E4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28AF2D-1BFE-2392-9413-782D38A66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A49ED0-4891-F480-B080-02F24D442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1772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0185BD-7FC3-BCA2-8076-EBB475261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9C6F37-3D7E-D610-219E-B3588744C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62196-C385-6A43-94D4-7659AB3CD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7599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A3C81-1A26-643A-5F95-6BE1AE2FB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EC9DD-2595-720E-EBE9-2ABFB6045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53F40A-522A-3D70-DEB9-FD9D2F81B2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3038CC-0412-8250-E69C-DADE768F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F97B1-D4F8-1DCD-6B07-E28076204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F9D90E-8E53-9CAF-A345-05C1CAE6A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98000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1B280-23E6-E4EA-5CB5-EC475C1E2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71C242-5B6F-A59A-33CA-B0A78B6717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90AF0E-8283-D813-A727-C1623F5D70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3E59A-C854-C5B8-C217-2F91C8B43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4E85C4-EBD2-828A-95C2-872E66F21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9C916F-918C-C871-A9F7-577C56726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2197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ED629-ED73-619D-A37D-8176DA654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C4CBE3-41AB-D685-C3D0-A02F6DFBB4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41DDE-C369-25E8-B70A-613F05A8D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697F4-9AE5-B93D-5935-29A4F9FEE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9812CF-8B24-88CF-3E87-155A3F9E6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5160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4F518D-8B23-FFD7-73AA-8244BB49B2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570A-5637-F92A-C517-3B1718D63E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40BAE-B096-2128-F73B-5D2124F98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84130-83BC-15BB-F89F-729E14890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FFB80-61A3-0B30-B4F1-82DFD9288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34817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BCE8E7-6DC7-1D40-297F-A47BCC7D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09629-1168-B581-E6A0-3E1BFD24F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C238-A44E-83F2-D090-C166816FBA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105CC3-179F-4A2D-9012-371B48952F93}" type="datetimeFigureOut">
              <a:rPr lang="de-DE" smtClean="0"/>
              <a:t>29.06.2026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FE95E-7A34-94C9-8EE7-9297216803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3E37A-642D-9380-08B6-C84CD283B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728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jpe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6043974-E3F9-C370-8C06-E3E99B060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3737"/>
            <a:ext cx="12192000" cy="655052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13AB461-6CE7-2323-80A8-038719597844}"/>
              </a:ext>
            </a:extLst>
          </p:cNvPr>
          <p:cNvSpPr/>
          <p:nvPr/>
        </p:nvSpPr>
        <p:spPr>
          <a:xfrm>
            <a:off x="1424896" y="4686285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login_studio()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5212D6-46D2-F42D-9E1A-85B018C8347F}"/>
              </a:ext>
            </a:extLst>
          </p:cNvPr>
          <p:cNvSpPr/>
          <p:nvPr/>
        </p:nvSpPr>
        <p:spPr>
          <a:xfrm>
            <a:off x="8072327" y="4686285"/>
            <a:ext cx="2518968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app_version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E5C558-A768-A738-EDF6-36D5CFFDBFAF}"/>
              </a:ext>
            </a:extLst>
          </p:cNvPr>
          <p:cNvCxnSpPr>
            <a:cxnSpLocks/>
          </p:cNvCxnSpPr>
          <p:nvPr/>
        </p:nvCxnSpPr>
        <p:spPr>
          <a:xfrm>
            <a:off x="2936742" y="3855904"/>
            <a:ext cx="0" cy="783612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A5F3FD5-0608-2943-110D-75FFCEABB626}"/>
              </a:ext>
            </a:extLst>
          </p:cNvPr>
          <p:cNvCxnSpPr>
            <a:cxnSpLocks/>
          </p:cNvCxnSpPr>
          <p:nvPr/>
        </p:nvCxnSpPr>
        <p:spPr>
          <a:xfrm>
            <a:off x="7244366" y="4881093"/>
            <a:ext cx="643944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1877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F8D4-1409-77AB-53D0-C8896E6AC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5CD810-704F-1EB8-7783-AF7B681B1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89" y="205258"/>
            <a:ext cx="5941568" cy="644748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7C630AC-E9C4-B484-9D2A-2BE29BD055F7}"/>
              </a:ext>
            </a:extLst>
          </p:cNvPr>
          <p:cNvSpPr/>
          <p:nvPr/>
        </p:nvSpPr>
        <p:spPr>
          <a:xfrm>
            <a:off x="6699349" y="4704450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access_workspace()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2240E2-73BD-5FD1-7F91-6C0553D8A1BF}"/>
              </a:ext>
            </a:extLst>
          </p:cNvPr>
          <p:cNvSpPr/>
          <p:nvPr/>
        </p:nvSpPr>
        <p:spPr>
          <a:xfrm>
            <a:off x="6699349" y="6237538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ws_id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DF9B331-FAF6-5BB5-DB22-769EF719971D}"/>
              </a:ext>
            </a:extLst>
          </p:cNvPr>
          <p:cNvCxnSpPr>
            <a:cxnSpLocks/>
          </p:cNvCxnSpPr>
          <p:nvPr/>
        </p:nvCxnSpPr>
        <p:spPr>
          <a:xfrm>
            <a:off x="5599099" y="4892948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E437FDC-A0E9-8B8E-1977-96C131C8C97A}"/>
              </a:ext>
            </a:extLst>
          </p:cNvPr>
          <p:cNvCxnSpPr>
            <a:cxnSpLocks/>
          </p:cNvCxnSpPr>
          <p:nvPr/>
        </p:nvCxnSpPr>
        <p:spPr>
          <a:xfrm>
            <a:off x="2132591" y="6445483"/>
            <a:ext cx="446198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C006B1A-D75B-1577-E8AE-1C34AAEA166E}"/>
              </a:ext>
            </a:extLst>
          </p:cNvPr>
          <p:cNvSpPr/>
          <p:nvPr/>
        </p:nvSpPr>
        <p:spPr>
          <a:xfrm>
            <a:off x="1781422" y="6296568"/>
            <a:ext cx="351169" cy="294382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6097AF5-B34F-A397-AB98-20A5E33E0F08}"/>
              </a:ext>
            </a:extLst>
          </p:cNvPr>
          <p:cNvCxnSpPr>
            <a:cxnSpLocks/>
          </p:cNvCxnSpPr>
          <p:nvPr/>
        </p:nvCxnSpPr>
        <p:spPr>
          <a:xfrm>
            <a:off x="5599099" y="3297664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F8158EF9-B744-CC87-529A-590869BDFC1A}"/>
              </a:ext>
            </a:extLst>
          </p:cNvPr>
          <p:cNvSpPr/>
          <p:nvPr/>
        </p:nvSpPr>
        <p:spPr>
          <a:xfrm>
            <a:off x="6699349" y="3102856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a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52A213-0F3C-D1C3-17E3-A1877D5246E0}"/>
              </a:ext>
            </a:extLst>
          </p:cNvPr>
          <p:cNvSpPr/>
          <p:nvPr/>
        </p:nvSpPr>
        <p:spPr>
          <a:xfrm>
            <a:off x="6699349" y="2562080"/>
            <a:ext cx="3807836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a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group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861F02-02BB-1CBD-147E-2716CE2ACD9E}"/>
              </a:ext>
            </a:extLst>
          </p:cNvPr>
          <p:cNvCxnSpPr>
            <a:cxnSpLocks/>
          </p:cNvCxnSpPr>
          <p:nvPr/>
        </p:nvCxnSpPr>
        <p:spPr>
          <a:xfrm>
            <a:off x="5598259" y="2764264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8404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B2C728E-BCC1-857A-2B07-BE70390278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55" y="69983"/>
            <a:ext cx="8572030" cy="647998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4860180-312B-1153-A227-3CDE41A0570D}"/>
              </a:ext>
            </a:extLst>
          </p:cNvPr>
          <p:cNvSpPr/>
          <p:nvPr/>
        </p:nvSpPr>
        <p:spPr>
          <a:xfrm>
            <a:off x="8887878" y="3327797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unit_label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FE7C34-350D-0D54-9DBD-3B9D38E439AF}"/>
              </a:ext>
            </a:extLst>
          </p:cNvPr>
          <p:cNvSpPr/>
          <p:nvPr/>
        </p:nvSpPr>
        <p:spPr>
          <a:xfrm>
            <a:off x="8887878" y="2543301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unit_key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6112BC-33D2-6BC8-F41F-591DBD1EBAAC}"/>
              </a:ext>
            </a:extLst>
          </p:cNvPr>
          <p:cNvSpPr/>
          <p:nvPr/>
        </p:nvSpPr>
        <p:spPr>
          <a:xfrm>
            <a:off x="8887878" y="4897328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group_name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5B6445-1BB2-6F22-1F0D-180517792AFA}"/>
              </a:ext>
            </a:extLst>
          </p:cNvPr>
          <p:cNvSpPr/>
          <p:nvPr/>
        </p:nvSpPr>
        <p:spPr>
          <a:xfrm>
            <a:off x="8887878" y="5773883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description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8EAC2D3-F37E-2455-DC42-D67F789B916C}"/>
              </a:ext>
            </a:extLst>
          </p:cNvPr>
          <p:cNvCxnSpPr>
            <a:cxnSpLocks/>
          </p:cNvCxnSpPr>
          <p:nvPr/>
        </p:nvCxnSpPr>
        <p:spPr>
          <a:xfrm>
            <a:off x="8338843" y="2762104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34FFA7F-56C1-1047-A022-457016916865}"/>
              </a:ext>
            </a:extLst>
          </p:cNvPr>
          <p:cNvCxnSpPr>
            <a:cxnSpLocks/>
          </p:cNvCxnSpPr>
          <p:nvPr/>
        </p:nvCxnSpPr>
        <p:spPr>
          <a:xfrm>
            <a:off x="8338843" y="3542577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4391550-87A5-D3D1-9D1B-B54DD071A7D1}"/>
              </a:ext>
            </a:extLst>
          </p:cNvPr>
          <p:cNvCxnSpPr>
            <a:cxnSpLocks/>
          </p:cNvCxnSpPr>
          <p:nvPr/>
        </p:nvCxnSpPr>
        <p:spPr>
          <a:xfrm>
            <a:off x="7793896" y="5088391"/>
            <a:ext cx="1056885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C056C38-A83C-B3E6-3D7F-66B5F6ECC9F5}"/>
              </a:ext>
            </a:extLst>
          </p:cNvPr>
          <p:cNvCxnSpPr>
            <a:cxnSpLocks/>
          </p:cNvCxnSpPr>
          <p:nvPr/>
        </p:nvCxnSpPr>
        <p:spPr>
          <a:xfrm>
            <a:off x="8324995" y="6013305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453D057-6B6F-AEE2-8E9C-CFB9CB058D71}"/>
              </a:ext>
            </a:extLst>
          </p:cNvPr>
          <p:cNvSpPr/>
          <p:nvPr/>
        </p:nvSpPr>
        <p:spPr>
          <a:xfrm>
            <a:off x="9040119" y="209083"/>
            <a:ext cx="1648015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F2928B8-6C50-5400-4481-C2F442B62397}"/>
              </a:ext>
            </a:extLst>
          </p:cNvPr>
          <p:cNvCxnSpPr>
            <a:cxnSpLocks/>
          </p:cNvCxnSpPr>
          <p:nvPr/>
        </p:nvCxnSpPr>
        <p:spPr>
          <a:xfrm>
            <a:off x="8484160" y="403891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2002CB0A-7F36-E6FA-0A61-E1A258B260DB}"/>
              </a:ext>
            </a:extLst>
          </p:cNvPr>
          <p:cNvSpPr/>
          <p:nvPr/>
        </p:nvSpPr>
        <p:spPr>
          <a:xfrm>
            <a:off x="8887878" y="3986733"/>
            <a:ext cx="2333815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C1E8440-CE3A-1D69-BA32-9E3F03228489}"/>
              </a:ext>
            </a:extLst>
          </p:cNvPr>
          <p:cNvCxnSpPr>
            <a:cxnSpLocks/>
          </p:cNvCxnSpPr>
          <p:nvPr/>
        </p:nvCxnSpPr>
        <p:spPr>
          <a:xfrm>
            <a:off x="8346419" y="4214522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0824D325-27E7-9CDC-BF0A-E2E914130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852" y="257034"/>
            <a:ext cx="2514618" cy="342903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00CACAC-4930-9FB8-C887-709480E0DBCA}"/>
              </a:ext>
            </a:extLst>
          </p:cNvPr>
          <p:cNvSpPr/>
          <p:nvPr/>
        </p:nvSpPr>
        <p:spPr>
          <a:xfrm>
            <a:off x="7993095" y="280234"/>
            <a:ext cx="491065" cy="289881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880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82BC31-489B-6C26-2A90-15369314E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089" y="736121"/>
            <a:ext cx="7711394" cy="337190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0E79089-58C9-8907-AD16-9E6CA5F3338F}"/>
              </a:ext>
            </a:extLst>
          </p:cNvPr>
          <p:cNvSpPr/>
          <p:nvPr/>
        </p:nvSpPr>
        <p:spPr>
          <a:xfrm>
            <a:off x="406796" y="981810"/>
            <a:ext cx="1495895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09F1F8-1755-5359-0C68-85AE0446D7BB}"/>
              </a:ext>
            </a:extLst>
          </p:cNvPr>
          <p:cNvSpPr/>
          <p:nvPr/>
        </p:nvSpPr>
        <p:spPr>
          <a:xfrm>
            <a:off x="409385" y="1830248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1B56A33-A8C4-6C98-6707-792A115CAFE1}"/>
              </a:ext>
            </a:extLst>
          </p:cNvPr>
          <p:cNvSpPr/>
          <p:nvPr/>
        </p:nvSpPr>
        <p:spPr>
          <a:xfrm>
            <a:off x="407659" y="2376999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1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BA187E-E3A7-D11A-700B-61E73216DF97}"/>
              </a:ext>
            </a:extLst>
          </p:cNvPr>
          <p:cNvSpPr/>
          <p:nvPr/>
        </p:nvSpPr>
        <p:spPr>
          <a:xfrm>
            <a:off x="406796" y="2923750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2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B50A17-EC24-E35E-E9B1-BFFA1994E334}"/>
              </a:ext>
            </a:extLst>
          </p:cNvPr>
          <p:cNvSpPr/>
          <p:nvPr/>
        </p:nvSpPr>
        <p:spPr>
          <a:xfrm>
            <a:off x="406796" y="3475916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3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01CE7D-DB8C-21DE-CCBB-8D4C9819CC40}"/>
              </a:ext>
            </a:extLst>
          </p:cNvPr>
          <p:cNvCxnSpPr>
            <a:cxnSpLocks/>
          </p:cNvCxnSpPr>
          <p:nvPr/>
        </p:nvCxnSpPr>
        <p:spPr>
          <a:xfrm flipH="1">
            <a:off x="1394691" y="1986250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8BF70E-16B2-E96F-55D5-14162AD9A8F6}"/>
              </a:ext>
            </a:extLst>
          </p:cNvPr>
          <p:cNvCxnSpPr>
            <a:cxnSpLocks/>
          </p:cNvCxnSpPr>
          <p:nvPr/>
        </p:nvCxnSpPr>
        <p:spPr>
          <a:xfrm flipH="1">
            <a:off x="1394691" y="2535814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6117A72-6E68-ED73-8F85-33EFE574CC92}"/>
              </a:ext>
            </a:extLst>
          </p:cNvPr>
          <p:cNvCxnSpPr>
            <a:cxnSpLocks/>
          </p:cNvCxnSpPr>
          <p:nvPr/>
        </p:nvCxnSpPr>
        <p:spPr>
          <a:xfrm flipH="1">
            <a:off x="1394691" y="3103850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4DB284-E456-A588-E087-327800A2C7A9}"/>
              </a:ext>
            </a:extLst>
          </p:cNvPr>
          <p:cNvCxnSpPr>
            <a:cxnSpLocks/>
          </p:cNvCxnSpPr>
          <p:nvPr/>
        </p:nvCxnSpPr>
        <p:spPr>
          <a:xfrm flipH="1">
            <a:off x="1394691" y="3634941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4750683-6F85-CC51-1DBF-C0E12967F80A}"/>
              </a:ext>
            </a:extLst>
          </p:cNvPr>
          <p:cNvSpPr/>
          <p:nvPr/>
        </p:nvSpPr>
        <p:spPr>
          <a:xfrm>
            <a:off x="9752294" y="2848868"/>
            <a:ext cx="2149087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state_label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86F26A-D446-FD1A-2DDF-B8E3F60150B5}"/>
              </a:ext>
            </a:extLst>
          </p:cNvPr>
          <p:cNvSpPr/>
          <p:nvPr/>
        </p:nvSpPr>
        <p:spPr>
          <a:xfrm>
            <a:off x="2162331" y="4452225"/>
            <a:ext cx="2149087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state_colour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0070BE-0B85-9A2C-EF7A-DBCE862809F3}"/>
              </a:ext>
            </a:extLst>
          </p:cNvPr>
          <p:cNvCxnSpPr>
            <a:cxnSpLocks/>
          </p:cNvCxnSpPr>
          <p:nvPr/>
        </p:nvCxnSpPr>
        <p:spPr>
          <a:xfrm>
            <a:off x="5206997" y="3103850"/>
            <a:ext cx="4539673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A508D98-B4C9-D395-6529-719AC3A73ECD}"/>
              </a:ext>
            </a:extLst>
          </p:cNvPr>
          <p:cNvCxnSpPr>
            <a:cxnSpLocks/>
          </p:cNvCxnSpPr>
          <p:nvPr/>
        </p:nvCxnSpPr>
        <p:spPr>
          <a:xfrm>
            <a:off x="2540000" y="3749400"/>
            <a:ext cx="0" cy="614434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7849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DE801-9087-02B6-E459-29F6D118E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3688963-BC1C-DD0B-05C5-525BBAC2A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22" y="85241"/>
            <a:ext cx="8221305" cy="6343600"/>
          </a:xfrm>
          <a:prstGeom prst="rect">
            <a:avLst/>
          </a:prstGeom>
        </p:spPr>
      </p:pic>
      <p:pic>
        <p:nvPicPr>
          <p:cNvPr id="102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D5BE4AB4-67AF-2A7C-6A34-A911A53911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5101671" y="5398796"/>
            <a:ext cx="923491" cy="124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CF908AEC-8525-4C5C-240C-6BE759A3ED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4890704" y="5683732"/>
            <a:ext cx="1044481" cy="124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ECA9F723-9C4F-D358-9D20-388CE0F240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5172487" y="5951574"/>
            <a:ext cx="923513" cy="124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B89B151-C573-CBCC-557D-50A358D6D756}"/>
              </a:ext>
            </a:extLst>
          </p:cNvPr>
          <p:cNvSpPr/>
          <p:nvPr/>
        </p:nvSpPr>
        <p:spPr>
          <a:xfrm>
            <a:off x="8973355" y="2240079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editor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EA7379-3D77-1E27-4B1C-FEEFF5115FAD}"/>
              </a:ext>
            </a:extLst>
          </p:cNvPr>
          <p:cNvSpPr/>
          <p:nvPr/>
        </p:nvSpPr>
        <p:spPr>
          <a:xfrm>
            <a:off x="8973353" y="3460279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schemer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623C8-C42F-1D6B-C2BF-9AACBF285BEB}"/>
              </a:ext>
            </a:extLst>
          </p:cNvPr>
          <p:cNvSpPr/>
          <p:nvPr/>
        </p:nvSpPr>
        <p:spPr>
          <a:xfrm>
            <a:off x="8973354" y="2849650"/>
            <a:ext cx="2333815" cy="312311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player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CA53DC-36C2-C0E9-3AA3-8FC7941D2515}"/>
              </a:ext>
            </a:extLst>
          </p:cNvPr>
          <p:cNvSpPr/>
          <p:nvPr/>
        </p:nvSpPr>
        <p:spPr>
          <a:xfrm>
            <a:off x="8147714" y="5580608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last_change_definition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ACEAD7D-2873-3DB3-1C04-D9A17E9E36D0}"/>
              </a:ext>
            </a:extLst>
          </p:cNvPr>
          <p:cNvSpPr/>
          <p:nvPr/>
        </p:nvSpPr>
        <p:spPr>
          <a:xfrm>
            <a:off x="8147713" y="6051022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last_change_scheme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9BF714-5BC4-D6C9-9BAD-09383F4A175D}"/>
              </a:ext>
            </a:extLst>
          </p:cNvPr>
          <p:cNvSpPr/>
          <p:nvPr/>
        </p:nvSpPr>
        <p:spPr>
          <a:xfrm>
            <a:off x="8147713" y="5112307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last_change_metadata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336A317-09CC-895A-6137-13E33E733CB2}"/>
              </a:ext>
            </a:extLst>
          </p:cNvPr>
          <p:cNvCxnSpPr>
            <a:cxnSpLocks/>
          </p:cNvCxnSpPr>
          <p:nvPr/>
        </p:nvCxnSpPr>
        <p:spPr>
          <a:xfrm>
            <a:off x="7908945" y="2388639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2A33C53-AFB6-21D3-A1BA-0F3702D852EE}"/>
              </a:ext>
            </a:extLst>
          </p:cNvPr>
          <p:cNvCxnSpPr>
            <a:cxnSpLocks/>
          </p:cNvCxnSpPr>
          <p:nvPr/>
        </p:nvCxnSpPr>
        <p:spPr>
          <a:xfrm>
            <a:off x="7908945" y="3011887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2FD8C16-560A-E12A-D246-B4ABC7468C56}"/>
              </a:ext>
            </a:extLst>
          </p:cNvPr>
          <p:cNvCxnSpPr>
            <a:cxnSpLocks/>
          </p:cNvCxnSpPr>
          <p:nvPr/>
        </p:nvCxnSpPr>
        <p:spPr>
          <a:xfrm>
            <a:off x="7908945" y="3621487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0E91D00-091E-0727-BCEB-B443915B0B3D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6215676" y="5281139"/>
            <a:ext cx="1932037" cy="16671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42E1499-C76D-BF7B-3039-0CF759018BB5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6096000" y="5749440"/>
            <a:ext cx="2051714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135A803-CA5A-C8C2-D33F-F2E59F758CA8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6254945" y="6038481"/>
            <a:ext cx="1892768" cy="181373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02DB92A5-1F80-21AA-2031-4BEB67A171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3118" y="601409"/>
            <a:ext cx="9316765" cy="69875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F85DDB8B-42A6-773A-3200-974CAA78B01B}"/>
              </a:ext>
            </a:extLst>
          </p:cNvPr>
          <p:cNvSpPr/>
          <p:nvPr/>
        </p:nvSpPr>
        <p:spPr>
          <a:xfrm>
            <a:off x="5900000" y="759786"/>
            <a:ext cx="880741" cy="3724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65AC705-BD60-66CE-2CC0-7EF0D17F1D0C}"/>
              </a:ext>
            </a:extLst>
          </p:cNvPr>
          <p:cNvSpPr/>
          <p:nvPr/>
        </p:nvSpPr>
        <p:spPr>
          <a:xfrm>
            <a:off x="7948521" y="759786"/>
            <a:ext cx="1337458" cy="3724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93E5F23-F346-72FD-B7B1-C15022F6172B}"/>
              </a:ext>
            </a:extLst>
          </p:cNvPr>
          <p:cNvSpPr/>
          <p:nvPr/>
        </p:nvSpPr>
        <p:spPr>
          <a:xfrm>
            <a:off x="10480205" y="771409"/>
            <a:ext cx="1337458" cy="3724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6712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EB2FB-0ADF-3DCC-46F6-7C16F2131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8B5096-23F5-C706-EB44-4761DBCE6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2625"/>
            <a:ext cx="12192000" cy="671275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C2B033-7A61-FE2D-D6F0-DFE6776864F4}"/>
              </a:ext>
            </a:extLst>
          </p:cNvPr>
          <p:cNvCxnSpPr>
            <a:cxnSpLocks/>
          </p:cNvCxnSpPr>
          <p:nvPr/>
        </p:nvCxnSpPr>
        <p:spPr>
          <a:xfrm flipV="1">
            <a:off x="5856648" y="2311244"/>
            <a:ext cx="2047583" cy="261184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26A73F6-9525-E411-6A58-3042B6122B0E}"/>
              </a:ext>
            </a:extLst>
          </p:cNvPr>
          <p:cNvCxnSpPr>
            <a:cxnSpLocks/>
          </p:cNvCxnSpPr>
          <p:nvPr/>
        </p:nvCxnSpPr>
        <p:spPr>
          <a:xfrm>
            <a:off x="5856648" y="5254412"/>
            <a:ext cx="2047583" cy="83223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BAA56DC-DDA7-1C8F-48B2-7802306DB31C}"/>
              </a:ext>
            </a:extLst>
          </p:cNvPr>
          <p:cNvSpPr/>
          <p:nvPr/>
        </p:nvSpPr>
        <p:spPr>
          <a:xfrm>
            <a:off x="3671542" y="4923092"/>
            <a:ext cx="2185106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B4D02C-F8A6-0A19-0575-1CE82858B535}"/>
              </a:ext>
            </a:extLst>
          </p:cNvPr>
          <p:cNvSpPr/>
          <p:nvPr/>
        </p:nvSpPr>
        <p:spPr>
          <a:xfrm>
            <a:off x="8073216" y="636096"/>
            <a:ext cx="1905834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4B863B6-82C3-68D4-E542-723DF5F318A5}"/>
              </a:ext>
            </a:extLst>
          </p:cNvPr>
          <p:cNvSpPr/>
          <p:nvPr/>
        </p:nvSpPr>
        <p:spPr>
          <a:xfrm>
            <a:off x="3615444" y="6454055"/>
            <a:ext cx="323201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962B58-2030-F2FC-5BDE-3AF301C58A8D}"/>
              </a:ext>
            </a:extLst>
          </p:cNvPr>
          <p:cNvSpPr/>
          <p:nvPr/>
        </p:nvSpPr>
        <p:spPr>
          <a:xfrm>
            <a:off x="5438017" y="4043036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coding_scheme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D2EA419-E663-2A9B-9C8B-8C564CA533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8203" y="2267784"/>
            <a:ext cx="3886674" cy="3861759"/>
          </a:xfrm>
          <a:prstGeom prst="rect">
            <a:avLst/>
          </a:prstGeom>
          <a:ln w="38100">
            <a:solidFill>
              <a:srgbClr val="A5355C"/>
            </a:solidFill>
          </a:ln>
        </p:spPr>
      </p:pic>
    </p:spTree>
    <p:extLst>
      <p:ext uri="{BB962C8B-B14F-4D97-AF65-F5344CB8AC3E}">
        <p14:creationId xmlns:p14="http://schemas.microsoft.com/office/powerpoint/2010/main" val="1029399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DC0A8-2FF1-3005-5E95-9AEF17D2B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EA4D54-E9D8-2C85-96B7-D9501F1CD7F4}"/>
              </a:ext>
            </a:extLst>
          </p:cNvPr>
          <p:cNvSpPr txBox="1"/>
          <p:nvPr/>
        </p:nvSpPr>
        <p:spPr>
          <a:xfrm>
            <a:off x="1688555" y="1250725"/>
            <a:ext cx="10714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Client</a:t>
            </a:r>
            <a:endParaRPr lang="de-DE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510008-1A06-EE9A-5BFB-59A913C248A6}"/>
              </a:ext>
            </a:extLst>
          </p:cNvPr>
          <p:cNvSpPr txBox="1"/>
          <p:nvPr/>
        </p:nvSpPr>
        <p:spPr>
          <a:xfrm>
            <a:off x="9344085" y="1209123"/>
            <a:ext cx="10752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Server</a:t>
            </a:r>
            <a:endParaRPr lang="de-DE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Picture 4" descr="Datei:R logo.svg – Wikipedia">
            <a:extLst>
              <a:ext uri="{FF2B5EF4-FFF2-40B4-BE49-F238E27FC236}">
                <a16:creationId xmlns:a16="http://schemas.microsoft.com/office/drawing/2014/main" id="{CD291380-B67E-1E5B-AA64-83C8AA2B7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394" y="2534936"/>
            <a:ext cx="1289352" cy="9992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593135-A968-E796-F779-4EB326D99D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2590" y="2551416"/>
            <a:ext cx="941346" cy="100071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89B5874-1EB5-AB04-A103-382A8F1F7C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3936" y="2586941"/>
            <a:ext cx="895237" cy="89523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D46BA43-30BD-179F-F3B9-090233ED01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6846" y="2754729"/>
            <a:ext cx="2481896" cy="582604"/>
          </a:xfrm>
          <a:prstGeom prst="rect">
            <a:avLst/>
          </a:prstGeom>
        </p:spPr>
      </p:pic>
      <p:pic>
        <p:nvPicPr>
          <p:cNvPr id="17" name="Picture 16" descr="Computer Server Icon PNG Transparent Background, Free Download #3705 -  FreeIconsPNG">
            <a:extLst>
              <a:ext uri="{FF2B5EF4-FFF2-40B4-BE49-F238E27FC236}">
                <a16:creationId xmlns:a16="http://schemas.microsoft.com/office/drawing/2014/main" id="{EA06791A-6B7B-7CFD-CEED-61DBE8E95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18049" y="2379217"/>
            <a:ext cx="1262667" cy="126266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612FC8B-0AC4-F85C-125A-9ABB6CED055F}"/>
              </a:ext>
            </a:extLst>
          </p:cNvPr>
          <p:cNvSpPr txBox="1"/>
          <p:nvPr/>
        </p:nvSpPr>
        <p:spPr>
          <a:xfrm>
            <a:off x="4987128" y="886350"/>
            <a:ext cx="23409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 Methods</a:t>
            </a:r>
            <a:endParaRPr lang="de-DE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5CF86E-405B-EDDD-CEF3-836C6590432D}"/>
              </a:ext>
            </a:extLst>
          </p:cNvPr>
          <p:cNvSpPr txBox="1"/>
          <p:nvPr/>
        </p:nvSpPr>
        <p:spPr>
          <a:xfrm>
            <a:off x="5403013" y="1540363"/>
            <a:ext cx="117045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GET</a:t>
            </a:r>
            <a:endParaRPr lang="de-DE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726268-4578-7755-9CDF-C7BDA40BF036}"/>
              </a:ext>
            </a:extLst>
          </p:cNvPr>
          <p:cNvSpPr txBox="1"/>
          <p:nvPr/>
        </p:nvSpPr>
        <p:spPr>
          <a:xfrm>
            <a:off x="5403013" y="3887339"/>
            <a:ext cx="117045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DELETE</a:t>
            </a:r>
            <a:endParaRPr lang="de-DE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3D21CE-B44C-079B-9F16-7673AF5E8BB5}"/>
              </a:ext>
            </a:extLst>
          </p:cNvPr>
          <p:cNvSpPr txBox="1"/>
          <p:nvPr/>
        </p:nvSpPr>
        <p:spPr>
          <a:xfrm>
            <a:off x="5403013" y="2127107"/>
            <a:ext cx="117045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POST</a:t>
            </a:r>
            <a:endParaRPr lang="de-DE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CC9567-0D8C-CF08-BAB9-8B390D149755}"/>
              </a:ext>
            </a:extLst>
          </p:cNvPr>
          <p:cNvSpPr txBox="1"/>
          <p:nvPr/>
        </p:nvSpPr>
        <p:spPr>
          <a:xfrm>
            <a:off x="5403013" y="2713851"/>
            <a:ext cx="117045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PUT</a:t>
            </a:r>
            <a:endParaRPr lang="de-DE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E250941-AB68-9E41-7829-1420FF4BBD43}"/>
              </a:ext>
            </a:extLst>
          </p:cNvPr>
          <p:cNvSpPr txBox="1"/>
          <p:nvPr/>
        </p:nvSpPr>
        <p:spPr>
          <a:xfrm>
            <a:off x="5403013" y="3300595"/>
            <a:ext cx="117045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PATCH</a:t>
            </a:r>
            <a:endParaRPr lang="de-DE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3FF362E-A200-6788-A43A-B22F69B40C20}"/>
              </a:ext>
            </a:extLst>
          </p:cNvPr>
          <p:cNvSpPr/>
          <p:nvPr/>
        </p:nvSpPr>
        <p:spPr>
          <a:xfrm>
            <a:off x="355021" y="1183572"/>
            <a:ext cx="3635923" cy="2928324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0FFD56-E322-D260-3A04-2C1F1EBC0253}"/>
              </a:ext>
            </a:extLst>
          </p:cNvPr>
          <p:cNvSpPr/>
          <p:nvPr/>
        </p:nvSpPr>
        <p:spPr>
          <a:xfrm>
            <a:off x="8018049" y="1183572"/>
            <a:ext cx="3635923" cy="2928324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Arrow: Left-Right 30">
            <a:extLst>
              <a:ext uri="{FF2B5EF4-FFF2-40B4-BE49-F238E27FC236}">
                <a16:creationId xmlns:a16="http://schemas.microsoft.com/office/drawing/2014/main" id="{1FB4E829-BE1E-715C-1641-E7B5E4315495}"/>
              </a:ext>
            </a:extLst>
          </p:cNvPr>
          <p:cNvSpPr/>
          <p:nvPr/>
        </p:nvSpPr>
        <p:spPr>
          <a:xfrm>
            <a:off x="4110347" y="2221487"/>
            <a:ext cx="1130895" cy="650739"/>
          </a:xfrm>
          <a:prstGeom prst="leftRightArrow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JSON</a:t>
            </a:r>
            <a:endParaRPr lang="de-DE" sz="16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14AFAD-7EAB-E5C7-783A-14DFDE441E65}"/>
              </a:ext>
            </a:extLst>
          </p:cNvPr>
          <p:cNvSpPr txBox="1"/>
          <p:nvPr/>
        </p:nvSpPr>
        <p:spPr>
          <a:xfrm>
            <a:off x="1305635" y="1665442"/>
            <a:ext cx="18773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Browser or R</a:t>
            </a:r>
            <a:endParaRPr lang="de-DE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548A3FE-BBB9-5E55-F51A-5EC9635C8F8F}"/>
              </a:ext>
            </a:extLst>
          </p:cNvPr>
          <p:cNvSpPr txBox="1"/>
          <p:nvPr/>
        </p:nvSpPr>
        <p:spPr>
          <a:xfrm>
            <a:off x="8123013" y="1659159"/>
            <a:ext cx="35173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IQB Studio/</a:t>
            </a:r>
            <a:r>
              <a:rPr lang="en-US" sz="24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Testcenter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API</a:t>
            </a:r>
            <a:endParaRPr lang="de-DE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11A53870-C727-3B0B-D270-90ED6D2C5B11}"/>
              </a:ext>
            </a:extLst>
          </p:cNvPr>
          <p:cNvSpPr/>
          <p:nvPr/>
        </p:nvSpPr>
        <p:spPr>
          <a:xfrm>
            <a:off x="6762594" y="2221487"/>
            <a:ext cx="1130895" cy="650739"/>
          </a:xfrm>
          <a:prstGeom prst="leftRightArrow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HTTP</a:t>
            </a:r>
            <a:endParaRPr lang="de-DE" sz="1600" dirty="0"/>
          </a:p>
        </p:txBody>
      </p:sp>
    </p:spTree>
    <p:extLst>
      <p:ext uri="{BB962C8B-B14F-4D97-AF65-F5344CB8AC3E}">
        <p14:creationId xmlns:p14="http://schemas.microsoft.com/office/powerpoint/2010/main" val="371757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8F3376-E36D-673A-D35F-683D7C10F4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748" y="1876129"/>
            <a:ext cx="11400503" cy="298346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32DCBAE-F146-8F3A-58EA-BD3DFB362ED8}"/>
              </a:ext>
            </a:extLst>
          </p:cNvPr>
          <p:cNvSpPr/>
          <p:nvPr/>
        </p:nvSpPr>
        <p:spPr>
          <a:xfrm>
            <a:off x="5919584" y="368787"/>
            <a:ext cx="609476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The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browser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asked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IQB Studio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server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for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list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of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1300.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CB64A0-3CE4-6862-6924-CC5AF4ECAFB8}"/>
              </a:ext>
            </a:extLst>
          </p:cNvPr>
          <p:cNvSpPr/>
          <p:nvPr/>
        </p:nvSpPr>
        <p:spPr>
          <a:xfrm>
            <a:off x="3142725" y="1082490"/>
            <a:ext cx="609476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was a GET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request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EF8F14-C558-770D-C224-CB53123074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143" y="5048740"/>
            <a:ext cx="4637107" cy="1492305"/>
          </a:xfrm>
          <a:prstGeom prst="rect">
            <a:avLst/>
          </a:prstGeom>
        </p:spPr>
      </p:pic>
      <p:pic>
        <p:nvPicPr>
          <p:cNvPr id="12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8CBCAC21-42BD-80C7-9B51-EB3EB25874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8577812" y="5926209"/>
            <a:ext cx="2726188" cy="36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E5715BD-A90C-2338-2B3E-283FE914DCA3}"/>
              </a:ext>
            </a:extLst>
          </p:cNvPr>
          <p:cNvSpPr/>
          <p:nvPr/>
        </p:nvSpPr>
        <p:spPr>
          <a:xfrm>
            <a:off x="7382518" y="5920649"/>
            <a:ext cx="4358827" cy="568563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F945201-B53C-55B8-27AC-9C56A4149EAF}"/>
              </a:ext>
            </a:extLst>
          </p:cNvPr>
          <p:cNvSpPr/>
          <p:nvPr/>
        </p:nvSpPr>
        <p:spPr>
          <a:xfrm>
            <a:off x="7233775" y="3733811"/>
            <a:ext cx="524600" cy="20428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11ECE2-32D1-DCEC-6D1E-7B3C65F57FDE}"/>
              </a:ext>
            </a:extLst>
          </p:cNvPr>
          <p:cNvSpPr/>
          <p:nvPr/>
        </p:nvSpPr>
        <p:spPr>
          <a:xfrm>
            <a:off x="7758375" y="4210742"/>
            <a:ext cx="1267819" cy="20428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8CE1C54-6B68-0130-2D72-E14F42404535}"/>
              </a:ext>
            </a:extLst>
          </p:cNvPr>
          <p:cNvCxnSpPr>
            <a:cxnSpLocks/>
          </p:cNvCxnSpPr>
          <p:nvPr/>
        </p:nvCxnSpPr>
        <p:spPr>
          <a:xfrm flipH="1">
            <a:off x="6614878" y="6187407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2A5865E-3CD4-65B7-8E26-86DC1BEC8952}"/>
              </a:ext>
            </a:extLst>
          </p:cNvPr>
          <p:cNvCxnSpPr>
            <a:cxnSpLocks/>
          </p:cNvCxnSpPr>
          <p:nvPr/>
        </p:nvCxnSpPr>
        <p:spPr>
          <a:xfrm flipV="1">
            <a:off x="7522763" y="1520260"/>
            <a:ext cx="0" cy="2213551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FB41D82-FE1D-DD54-7368-41964757AB11}"/>
              </a:ext>
            </a:extLst>
          </p:cNvPr>
          <p:cNvCxnSpPr>
            <a:cxnSpLocks/>
          </p:cNvCxnSpPr>
          <p:nvPr/>
        </p:nvCxnSpPr>
        <p:spPr>
          <a:xfrm flipV="1">
            <a:off x="8746638" y="1009767"/>
            <a:ext cx="0" cy="3200975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28CA26A6-5F4C-2276-3174-B9C302746920}"/>
              </a:ext>
            </a:extLst>
          </p:cNvPr>
          <p:cNvSpPr/>
          <p:nvPr/>
        </p:nvSpPr>
        <p:spPr>
          <a:xfrm>
            <a:off x="2772198" y="2786785"/>
            <a:ext cx="1221992" cy="23129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0D7872B-C566-8826-8E4E-9D145B1C23A1}"/>
              </a:ext>
            </a:extLst>
          </p:cNvPr>
          <p:cNvSpPr/>
          <p:nvPr/>
        </p:nvSpPr>
        <p:spPr>
          <a:xfrm>
            <a:off x="4100468" y="6049303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Authorization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97D6DDA-AC70-20C2-DA1F-9D0A049FFC3D}"/>
              </a:ext>
            </a:extLst>
          </p:cNvPr>
          <p:cNvSpPr/>
          <p:nvPr/>
        </p:nvSpPr>
        <p:spPr>
          <a:xfrm>
            <a:off x="701944" y="5608645"/>
            <a:ext cx="609476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access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token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of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the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session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pic>
        <p:nvPicPr>
          <p:cNvPr id="2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92505B88-7294-A150-14F8-9ADEDAC93D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8746638" y="5940905"/>
            <a:ext cx="2726188" cy="36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24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442DB-AD92-3270-0449-459F32EBE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3E3FD8E-5AFD-C101-4AF8-64FD2EE29A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445" y="189009"/>
            <a:ext cx="8572030" cy="64799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7C5886-D8D8-C2DA-5E23-E9636873A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1942" y="376060"/>
            <a:ext cx="2514618" cy="342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1634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767504-0765-E71F-E292-EFB01F5FB9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783"/>
          <a:stretch>
            <a:fillRect/>
          </a:stretch>
        </p:blipFill>
        <p:spPr>
          <a:xfrm>
            <a:off x="4778930" y="1015475"/>
            <a:ext cx="3105356" cy="3999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E2F94F-1E97-AB42-6663-218B3976779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343"/>
          <a:stretch>
            <a:fillRect/>
          </a:stretch>
        </p:blipFill>
        <p:spPr>
          <a:xfrm>
            <a:off x="8584683" y="1015475"/>
            <a:ext cx="2999586" cy="3573354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1705856-488A-EA00-71A3-622631411574}"/>
              </a:ext>
            </a:extLst>
          </p:cNvPr>
          <p:cNvSpPr/>
          <p:nvPr/>
        </p:nvSpPr>
        <p:spPr>
          <a:xfrm>
            <a:off x="5367333" y="590878"/>
            <a:ext cx="192854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Request: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06A8FA-EBEC-D7CF-DE2C-307D46CCAC12}"/>
              </a:ext>
            </a:extLst>
          </p:cNvPr>
          <p:cNvSpPr/>
          <p:nvPr/>
        </p:nvSpPr>
        <p:spPr>
          <a:xfrm>
            <a:off x="9331287" y="598369"/>
            <a:ext cx="1928550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Result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F49A7B7-4219-2B22-59C0-352FE6141A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90" y="1015475"/>
            <a:ext cx="3662783" cy="2867543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FAA732B1-49AE-6D2E-7B9A-EC5E5B251849}"/>
              </a:ext>
            </a:extLst>
          </p:cNvPr>
          <p:cNvSpPr/>
          <p:nvPr/>
        </p:nvSpPr>
        <p:spPr>
          <a:xfrm>
            <a:off x="1495006" y="598369"/>
            <a:ext cx="1928549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IQB-Studio: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C57AB3-D7EF-D893-5684-36F277DAAA2C}"/>
              </a:ext>
            </a:extLst>
          </p:cNvPr>
          <p:cNvSpPr/>
          <p:nvPr/>
        </p:nvSpPr>
        <p:spPr>
          <a:xfrm>
            <a:off x="4784539" y="1428274"/>
            <a:ext cx="3013104" cy="204182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FDFFBC-C785-D20D-86D4-0AC845EF9DC3}"/>
              </a:ext>
            </a:extLst>
          </p:cNvPr>
          <p:cNvSpPr/>
          <p:nvPr/>
        </p:nvSpPr>
        <p:spPr>
          <a:xfrm>
            <a:off x="10237914" y="1015475"/>
            <a:ext cx="504884" cy="224294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46978A-D06B-6ADB-4465-0B8181D6085A}"/>
              </a:ext>
            </a:extLst>
          </p:cNvPr>
          <p:cNvSpPr/>
          <p:nvPr/>
        </p:nvSpPr>
        <p:spPr>
          <a:xfrm>
            <a:off x="5060989" y="1015475"/>
            <a:ext cx="504884" cy="224294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AD94AE-BFF1-D627-76E4-8CEB27C34E1E}"/>
              </a:ext>
            </a:extLst>
          </p:cNvPr>
          <p:cNvSpPr/>
          <p:nvPr/>
        </p:nvSpPr>
        <p:spPr>
          <a:xfrm>
            <a:off x="579680" y="2337099"/>
            <a:ext cx="1282777" cy="243416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AA0D11-8369-34FD-73D6-7DC39C402450}"/>
              </a:ext>
            </a:extLst>
          </p:cNvPr>
          <p:cNvSpPr/>
          <p:nvPr/>
        </p:nvSpPr>
        <p:spPr>
          <a:xfrm>
            <a:off x="1862458" y="1286949"/>
            <a:ext cx="948060" cy="243416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pic>
        <p:nvPicPr>
          <p:cNvPr id="1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EB3EA98E-1906-5969-9881-95C01800E2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6291091" y="4546195"/>
            <a:ext cx="1512592" cy="345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85C97190-CD54-D6B1-74AB-89BB42D34C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9690177" y="4365934"/>
            <a:ext cx="458197" cy="104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2FDA3367-3E85-4BFA-6EB3-B4D9EF7045F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9716321" y="3345683"/>
            <a:ext cx="521593" cy="104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1D1D4BDF-7370-EBDF-0A2F-BED1029150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6443491" y="4541518"/>
            <a:ext cx="1512592" cy="345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0794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922C84B-CEC9-6D0A-FCDE-99F2497D95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203" y="764445"/>
            <a:ext cx="5553116" cy="5076862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062EB4E-33E9-B2B4-BA52-C54D56557FCC}"/>
              </a:ext>
            </a:extLst>
          </p:cNvPr>
          <p:cNvSpPr/>
          <p:nvPr/>
        </p:nvSpPr>
        <p:spPr>
          <a:xfrm>
            <a:off x="1004428" y="4425155"/>
            <a:ext cx="1051396" cy="487154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F44DFCB-B62B-A3A4-9A79-27CEFA979D0D}"/>
              </a:ext>
            </a:extLst>
          </p:cNvPr>
          <p:cNvSpPr/>
          <p:nvPr/>
        </p:nvSpPr>
        <p:spPr>
          <a:xfrm>
            <a:off x="1004428" y="3429000"/>
            <a:ext cx="1051396" cy="487154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74789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B7ABE-C9A4-9FE8-5345-CB6E0876D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3F3C82-8AF2-60E3-E581-334B8C08D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883" y="1280611"/>
            <a:ext cx="11264510" cy="2083276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EC43C8E0-1D3D-7C5B-0AB9-38DE10146176}"/>
              </a:ext>
            </a:extLst>
          </p:cNvPr>
          <p:cNvSpPr/>
          <p:nvPr/>
        </p:nvSpPr>
        <p:spPr>
          <a:xfrm>
            <a:off x="7281812" y="2173616"/>
            <a:ext cx="3253422" cy="227385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61700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E9932-1307-BEA3-8E3B-B81770718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6D9DB3A-1FDE-6EB8-4700-1A1F28F5A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706" y="537221"/>
            <a:ext cx="5970804" cy="5933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3003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84E9670-4EB3-F5E4-C9C8-E26E62F14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764" y="209526"/>
            <a:ext cx="8277286" cy="643894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008AAB-67AD-3B34-3912-2981FC9F17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9981" y="1817912"/>
            <a:ext cx="2886096" cy="60960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F9698AC-C17F-5F3B-7B05-4131A36B8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1872" y="4927602"/>
            <a:ext cx="5053774" cy="1493160"/>
          </a:xfrm>
          <a:prstGeom prst="rect">
            <a:avLst/>
          </a:prstGeom>
          <a:ln w="38100">
            <a:solidFill>
              <a:srgbClr val="A5355C"/>
            </a:solidFill>
          </a:ln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4BB9F58C-E9CC-BDBB-15A9-4E71FE4BEA4E}"/>
              </a:ext>
            </a:extLst>
          </p:cNvPr>
          <p:cNvSpPr/>
          <p:nvPr/>
        </p:nvSpPr>
        <p:spPr>
          <a:xfrm>
            <a:off x="5147940" y="4748205"/>
            <a:ext cx="770416" cy="334287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971C558-50C1-0F06-CA2D-42FB73373944}"/>
              </a:ext>
            </a:extLst>
          </p:cNvPr>
          <p:cNvCxnSpPr>
            <a:cxnSpLocks/>
            <a:stCxn id="23" idx="3"/>
          </p:cNvCxnSpPr>
          <p:nvPr/>
        </p:nvCxnSpPr>
        <p:spPr>
          <a:xfrm flipV="1">
            <a:off x="6095999" y="4927602"/>
            <a:ext cx="645873" cy="1079611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3DB7394-7D13-DCF9-0F5D-85A21ACC286F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6095999" y="6007213"/>
            <a:ext cx="645873" cy="413549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B34C1D66-C95E-1ACF-C755-EFB9295D269F}"/>
              </a:ext>
            </a:extLst>
          </p:cNvPr>
          <p:cNvSpPr/>
          <p:nvPr/>
        </p:nvSpPr>
        <p:spPr>
          <a:xfrm>
            <a:off x="3707820" y="5507038"/>
            <a:ext cx="2388179" cy="1000349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pic>
        <p:nvPicPr>
          <p:cNvPr id="27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6C5D8657-C78A-3580-CA03-573DD042D8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4348382" y="6322979"/>
            <a:ext cx="724378" cy="97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63C02A0C-4DE5-7E3C-214A-AC6A942479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4348382" y="6344630"/>
            <a:ext cx="724378" cy="97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AC7A8D69-F975-A6C3-3DA4-F82C94E5BE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4124265" y="6115945"/>
            <a:ext cx="281000" cy="1637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982969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4DC953-79DA-A1C3-4EA6-10BA35280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8" y="2029310"/>
            <a:ext cx="5372139" cy="25336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EB7A002-7EB6-6A72-13A4-4A36F61B0D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9885" y="2029310"/>
            <a:ext cx="5467390" cy="2505093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23259AF-4EEF-B8C1-9DA4-A8CCB5DFCCC5}"/>
              </a:ext>
            </a:extLst>
          </p:cNvPr>
          <p:cNvCxnSpPr>
            <a:cxnSpLocks/>
          </p:cNvCxnSpPr>
          <p:nvPr/>
        </p:nvCxnSpPr>
        <p:spPr>
          <a:xfrm>
            <a:off x="2002971" y="3684927"/>
            <a:ext cx="4717143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D45C550-0468-64A1-36D8-279AB26C499E}"/>
              </a:ext>
            </a:extLst>
          </p:cNvPr>
          <p:cNvSpPr/>
          <p:nvPr/>
        </p:nvSpPr>
        <p:spPr>
          <a:xfrm>
            <a:off x="856023" y="3429000"/>
            <a:ext cx="943747" cy="439056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399A9B-3BA3-02B9-5FAA-AAAF4B05E9A3}"/>
              </a:ext>
            </a:extLst>
          </p:cNvPr>
          <p:cNvSpPr/>
          <p:nvPr/>
        </p:nvSpPr>
        <p:spPr>
          <a:xfrm>
            <a:off x="6816008" y="3429000"/>
            <a:ext cx="943747" cy="439056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0994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</Words>
  <Application>Microsoft Office PowerPoint</Application>
  <PresentationFormat>Widescreen</PresentationFormat>
  <Paragraphs>48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Lucida Console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Alina Apel</dc:creator>
  <cp:lastModifiedBy>Alina Apel</cp:lastModifiedBy>
  <cp:revision>27</cp:revision>
  <dcterms:created xsi:type="dcterms:W3CDTF">2026-02-17T17:01:48Z</dcterms:created>
  <dcterms:modified xsi:type="dcterms:W3CDTF">2026-06-29T11:56:53Z</dcterms:modified>
</cp:coreProperties>
</file>