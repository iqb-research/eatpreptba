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60" r:id="rId4"/>
    <p:sldId id="261" r:id="rId5"/>
    <p:sldId id="262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507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23.06.2026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8F3376-E36D-673A-D35F-683D7C10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8" y="1876129"/>
            <a:ext cx="11400503" cy="29834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32DCBAE-F146-8F3A-58EA-BD3DFB362ED8}"/>
              </a:ext>
            </a:extLst>
          </p:cNvPr>
          <p:cNvSpPr/>
          <p:nvPr/>
        </p:nvSpPr>
        <p:spPr>
          <a:xfrm>
            <a:off x="5919584" y="368787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The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browser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asked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IQB Studio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server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for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list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1300.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B64A0-3CE4-6862-6924-CC5AF4ECAFB8}"/>
              </a:ext>
            </a:extLst>
          </p:cNvPr>
          <p:cNvSpPr/>
          <p:nvPr/>
        </p:nvSpPr>
        <p:spPr>
          <a:xfrm>
            <a:off x="3142725" y="1082490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was a GET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request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EF8F14-C558-770D-C224-CB531230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43" y="5048740"/>
            <a:ext cx="4637107" cy="1492305"/>
          </a:xfrm>
          <a:prstGeom prst="rect">
            <a:avLst/>
          </a:prstGeom>
        </p:spPr>
      </p:pic>
      <p:pic>
        <p:nvPicPr>
          <p:cNvPr id="1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CBCAC21-42BD-80C7-9B51-EB3EB25874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577812" y="5926209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5715BD-A90C-2338-2B3E-283FE914DCA3}"/>
              </a:ext>
            </a:extLst>
          </p:cNvPr>
          <p:cNvSpPr/>
          <p:nvPr/>
        </p:nvSpPr>
        <p:spPr>
          <a:xfrm>
            <a:off x="7382518" y="5920649"/>
            <a:ext cx="4358827" cy="568563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945201-B53C-55B8-27AC-9C56A4149EAF}"/>
              </a:ext>
            </a:extLst>
          </p:cNvPr>
          <p:cNvSpPr/>
          <p:nvPr/>
        </p:nvSpPr>
        <p:spPr>
          <a:xfrm>
            <a:off x="7233775" y="3733811"/>
            <a:ext cx="524600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11ECE2-32D1-DCEC-6D1E-7B3C65F57FDE}"/>
              </a:ext>
            </a:extLst>
          </p:cNvPr>
          <p:cNvSpPr/>
          <p:nvPr/>
        </p:nvSpPr>
        <p:spPr>
          <a:xfrm>
            <a:off x="7758375" y="4210742"/>
            <a:ext cx="1267819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CE1C54-6B68-0130-2D72-E14F42404535}"/>
              </a:ext>
            </a:extLst>
          </p:cNvPr>
          <p:cNvCxnSpPr>
            <a:cxnSpLocks/>
          </p:cNvCxnSpPr>
          <p:nvPr/>
        </p:nvCxnSpPr>
        <p:spPr>
          <a:xfrm flipH="1">
            <a:off x="6614878" y="6187407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A5865E-3CD4-65B7-8E26-86DC1BEC8952}"/>
              </a:ext>
            </a:extLst>
          </p:cNvPr>
          <p:cNvCxnSpPr>
            <a:cxnSpLocks/>
          </p:cNvCxnSpPr>
          <p:nvPr/>
        </p:nvCxnSpPr>
        <p:spPr>
          <a:xfrm flipV="1">
            <a:off x="7522763" y="1520260"/>
            <a:ext cx="0" cy="221355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FB41D82-FE1D-DD54-7368-41964757AB11}"/>
              </a:ext>
            </a:extLst>
          </p:cNvPr>
          <p:cNvCxnSpPr>
            <a:cxnSpLocks/>
          </p:cNvCxnSpPr>
          <p:nvPr/>
        </p:nvCxnSpPr>
        <p:spPr>
          <a:xfrm flipV="1">
            <a:off x="8746638" y="1009767"/>
            <a:ext cx="0" cy="3200975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A26A6-5F4C-2276-3174-B9C302746920}"/>
              </a:ext>
            </a:extLst>
          </p:cNvPr>
          <p:cNvSpPr/>
          <p:nvPr/>
        </p:nvSpPr>
        <p:spPr>
          <a:xfrm>
            <a:off x="2772198" y="2786785"/>
            <a:ext cx="1221992" cy="23129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D7872B-C566-8826-8E4E-9D145B1C23A1}"/>
              </a:ext>
            </a:extLst>
          </p:cNvPr>
          <p:cNvSpPr/>
          <p:nvPr/>
        </p:nvSpPr>
        <p:spPr>
          <a:xfrm>
            <a:off x="4100468" y="604930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Authorization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7D6DDA-AC70-20C2-DA1F-9D0A049FFC3D}"/>
              </a:ext>
            </a:extLst>
          </p:cNvPr>
          <p:cNvSpPr/>
          <p:nvPr/>
        </p:nvSpPr>
        <p:spPr>
          <a:xfrm>
            <a:off x="701944" y="5608645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access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token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session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10924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767504-0765-E71F-E292-EFB01F5F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83"/>
          <a:stretch>
            <a:fillRect/>
          </a:stretch>
        </p:blipFill>
        <p:spPr>
          <a:xfrm>
            <a:off x="4778930" y="1015475"/>
            <a:ext cx="3105356" cy="3999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E2F94F-1E97-AB42-6663-218B39767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3"/>
          <a:stretch>
            <a:fillRect/>
          </a:stretch>
        </p:blipFill>
        <p:spPr>
          <a:xfrm>
            <a:off x="8584683" y="1015475"/>
            <a:ext cx="2999586" cy="35733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705856-488A-EA00-71A3-622631411574}"/>
              </a:ext>
            </a:extLst>
          </p:cNvPr>
          <p:cNvSpPr/>
          <p:nvPr/>
        </p:nvSpPr>
        <p:spPr>
          <a:xfrm>
            <a:off x="5367333" y="590878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Request: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6A8FA-EBEC-D7CF-DE2C-307D46CCAC12}"/>
              </a:ext>
            </a:extLst>
          </p:cNvPr>
          <p:cNvSpPr/>
          <p:nvPr/>
        </p:nvSpPr>
        <p:spPr>
          <a:xfrm>
            <a:off x="9331287" y="598369"/>
            <a:ext cx="1928550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Result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49A7B7-4219-2B22-59C0-352FE6141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" y="1015475"/>
            <a:ext cx="3662783" cy="286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A732B1-49AE-6D2E-7B9A-EC5E5B251849}"/>
              </a:ext>
            </a:extLst>
          </p:cNvPr>
          <p:cNvSpPr/>
          <p:nvPr/>
        </p:nvSpPr>
        <p:spPr>
          <a:xfrm>
            <a:off x="1495006" y="598369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IQB-Studio: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C57AB3-D7EF-D893-5684-36F277DAAA2C}"/>
              </a:ext>
            </a:extLst>
          </p:cNvPr>
          <p:cNvSpPr/>
          <p:nvPr/>
        </p:nvSpPr>
        <p:spPr>
          <a:xfrm>
            <a:off x="4784539" y="1428274"/>
            <a:ext cx="3013104" cy="2041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FDFFBC-C785-D20D-86D4-0AC845EF9DC3}"/>
              </a:ext>
            </a:extLst>
          </p:cNvPr>
          <p:cNvSpPr/>
          <p:nvPr/>
        </p:nvSpPr>
        <p:spPr>
          <a:xfrm>
            <a:off x="10237914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46978A-D06B-6ADB-4465-0B8181D6085A}"/>
              </a:ext>
            </a:extLst>
          </p:cNvPr>
          <p:cNvSpPr/>
          <p:nvPr/>
        </p:nvSpPr>
        <p:spPr>
          <a:xfrm>
            <a:off x="5060989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AD94AE-BFF1-D627-76E4-8CEB27C34E1E}"/>
              </a:ext>
            </a:extLst>
          </p:cNvPr>
          <p:cNvSpPr/>
          <p:nvPr/>
        </p:nvSpPr>
        <p:spPr>
          <a:xfrm>
            <a:off x="579680" y="2337099"/>
            <a:ext cx="1282777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AA0D11-8369-34FD-73D6-7DC39C402450}"/>
              </a:ext>
            </a:extLst>
          </p:cNvPr>
          <p:cNvSpPr/>
          <p:nvPr/>
        </p:nvSpPr>
        <p:spPr>
          <a:xfrm>
            <a:off x="1862458" y="1286949"/>
            <a:ext cx="948060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B3EA98E-1906-5969-9881-95C01800E2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291091" y="4546195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5C97190-CD54-D6B1-74AB-89BB42D34C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690177" y="4365934"/>
            <a:ext cx="458197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2FDA3367-3E85-4BFA-6EB3-B4D9EF7045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716321" y="3345683"/>
            <a:ext cx="521593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0794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922C84B-CEC9-6D0A-FCDE-99F2497D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03" y="764445"/>
            <a:ext cx="5553116" cy="507686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62EB4E-33E9-B2B4-BA52-C54D56557FCC}"/>
              </a:ext>
            </a:extLst>
          </p:cNvPr>
          <p:cNvSpPr/>
          <p:nvPr/>
        </p:nvSpPr>
        <p:spPr>
          <a:xfrm>
            <a:off x="1004428" y="4425155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44DFCB-B62B-A3A4-9A79-27CEFA979D0D}"/>
              </a:ext>
            </a:extLst>
          </p:cNvPr>
          <p:cNvSpPr/>
          <p:nvPr/>
        </p:nvSpPr>
        <p:spPr>
          <a:xfrm>
            <a:off x="1004428" y="3429000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789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Widescreen</PresentationFormat>
  <Paragraphs>35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18</cp:revision>
  <dcterms:created xsi:type="dcterms:W3CDTF">2026-02-17T17:01:48Z</dcterms:created>
  <dcterms:modified xsi:type="dcterms:W3CDTF">2026-06-23T13:22:27Z</dcterms:modified>
</cp:coreProperties>
</file>