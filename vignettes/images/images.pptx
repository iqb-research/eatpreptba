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8" r:id="rId3"/>
    <p:sldId id="260" r:id="rId4"/>
    <p:sldId id="261" r:id="rId5"/>
    <p:sldId id="262" r:id="rId6"/>
    <p:sldId id="264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55C"/>
    <a:srgbClr val="FFFFFF"/>
    <a:srgbClr val="F2D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4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53907-AE11-4DB4-A650-AEF08113A763}" type="datetimeFigureOut">
              <a:rPr lang="de-DE" smtClean="0"/>
              <a:t>13.05.2026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68210E-BC6B-4989-9CE8-F4ECFF198E7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146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827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5B07D-FC10-E8E8-FAB7-7B96AE6F8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CA023-1EE4-AC37-2F26-C52A5D9EC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81E0-75E6-F945-A8A7-377D183F8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8392F-2B13-D8AC-2BCA-77A1025C7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7367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13.05.2026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043974-E3F9-C370-8C06-E3E99B060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737"/>
            <a:ext cx="12192000" cy="65505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3AB461-6CE7-2323-80A8-038719597844}"/>
              </a:ext>
            </a:extLst>
          </p:cNvPr>
          <p:cNvSpPr/>
          <p:nvPr/>
        </p:nvSpPr>
        <p:spPr>
          <a:xfrm>
            <a:off x="1424896" y="4686285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login_studio()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5212D6-46D2-F42D-9E1A-85B018C8347F}"/>
              </a:ext>
            </a:extLst>
          </p:cNvPr>
          <p:cNvSpPr/>
          <p:nvPr/>
        </p:nvSpPr>
        <p:spPr>
          <a:xfrm>
            <a:off x="8072327" y="4686285"/>
            <a:ext cx="2518968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app_version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E5C558-A768-A738-EDF6-36D5CFFDBFAF}"/>
              </a:ext>
            </a:extLst>
          </p:cNvPr>
          <p:cNvCxnSpPr>
            <a:cxnSpLocks/>
          </p:cNvCxnSpPr>
          <p:nvPr/>
        </p:nvCxnSpPr>
        <p:spPr>
          <a:xfrm>
            <a:off x="2936742" y="3855904"/>
            <a:ext cx="0" cy="78361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5F3FD5-0608-2943-110D-75FFCEABB626}"/>
              </a:ext>
            </a:extLst>
          </p:cNvPr>
          <p:cNvCxnSpPr>
            <a:cxnSpLocks/>
          </p:cNvCxnSpPr>
          <p:nvPr/>
        </p:nvCxnSpPr>
        <p:spPr>
          <a:xfrm>
            <a:off x="7244366" y="4881093"/>
            <a:ext cx="64394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877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F8D4-1409-77AB-53D0-C8896E6A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5CD810-704F-1EB8-7783-AF7B681B1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89" y="205258"/>
            <a:ext cx="5941568" cy="64474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C630AC-E9C4-B484-9D2A-2BE29BD055F7}"/>
              </a:ext>
            </a:extLst>
          </p:cNvPr>
          <p:cNvSpPr/>
          <p:nvPr/>
        </p:nvSpPr>
        <p:spPr>
          <a:xfrm>
            <a:off x="6699349" y="4704450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access_workspace()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240E2-73BD-5FD1-7F91-6C0553D8A1BF}"/>
              </a:ext>
            </a:extLst>
          </p:cNvPr>
          <p:cNvSpPr/>
          <p:nvPr/>
        </p:nvSpPr>
        <p:spPr>
          <a:xfrm>
            <a:off x="6699349" y="6237538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ws_id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DF9B331-FAF6-5BB5-DB22-769EF719971D}"/>
              </a:ext>
            </a:extLst>
          </p:cNvPr>
          <p:cNvCxnSpPr>
            <a:cxnSpLocks/>
          </p:cNvCxnSpPr>
          <p:nvPr/>
        </p:nvCxnSpPr>
        <p:spPr>
          <a:xfrm>
            <a:off x="5599099" y="4892948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37FDC-A0E9-8B8E-1977-96C131C8C97A}"/>
              </a:ext>
            </a:extLst>
          </p:cNvPr>
          <p:cNvCxnSpPr>
            <a:cxnSpLocks/>
          </p:cNvCxnSpPr>
          <p:nvPr/>
        </p:nvCxnSpPr>
        <p:spPr>
          <a:xfrm>
            <a:off x="2132591" y="6445483"/>
            <a:ext cx="446198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C006B1A-D75B-1577-E8AE-1C34AAEA166E}"/>
              </a:ext>
            </a:extLst>
          </p:cNvPr>
          <p:cNvSpPr/>
          <p:nvPr/>
        </p:nvSpPr>
        <p:spPr>
          <a:xfrm>
            <a:off x="1781422" y="6296568"/>
            <a:ext cx="351169" cy="2943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6097AF5-B34F-A397-AB98-20A5E33E0F08}"/>
              </a:ext>
            </a:extLst>
          </p:cNvPr>
          <p:cNvCxnSpPr>
            <a:cxnSpLocks/>
          </p:cNvCxnSpPr>
          <p:nvPr/>
        </p:nvCxnSpPr>
        <p:spPr>
          <a:xfrm>
            <a:off x="5599099" y="32976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8158EF9-B744-CC87-529A-590869BDFC1A}"/>
              </a:ext>
            </a:extLst>
          </p:cNvPr>
          <p:cNvSpPr/>
          <p:nvPr/>
        </p:nvSpPr>
        <p:spPr>
          <a:xfrm>
            <a:off x="6699349" y="3102856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52A213-0F3C-D1C3-17E3-A1877D5246E0}"/>
              </a:ext>
            </a:extLst>
          </p:cNvPr>
          <p:cNvSpPr/>
          <p:nvPr/>
        </p:nvSpPr>
        <p:spPr>
          <a:xfrm>
            <a:off x="6699349" y="2562080"/>
            <a:ext cx="3807836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861F02-02BB-1CBD-147E-2716CE2ACD9E}"/>
              </a:ext>
            </a:extLst>
          </p:cNvPr>
          <p:cNvCxnSpPr>
            <a:cxnSpLocks/>
          </p:cNvCxnSpPr>
          <p:nvPr/>
        </p:nvCxnSpPr>
        <p:spPr>
          <a:xfrm>
            <a:off x="5598259" y="27642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0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2C728E-BCC1-857A-2B07-BE703902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5" y="69983"/>
            <a:ext cx="8572030" cy="647998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860180-312B-1153-A227-3CDE41A0570D}"/>
              </a:ext>
            </a:extLst>
          </p:cNvPr>
          <p:cNvSpPr/>
          <p:nvPr/>
        </p:nvSpPr>
        <p:spPr>
          <a:xfrm>
            <a:off x="8887878" y="3327797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FE7C34-350D-0D54-9DBD-3B9D38E439AF}"/>
              </a:ext>
            </a:extLst>
          </p:cNvPr>
          <p:cNvSpPr/>
          <p:nvPr/>
        </p:nvSpPr>
        <p:spPr>
          <a:xfrm>
            <a:off x="8887878" y="2543301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unit_key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112BC-33D2-6BC8-F41F-591DBD1EBAAC}"/>
              </a:ext>
            </a:extLst>
          </p:cNvPr>
          <p:cNvSpPr/>
          <p:nvPr/>
        </p:nvSpPr>
        <p:spPr>
          <a:xfrm>
            <a:off x="8887878" y="4897328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group_name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5B6445-1BB2-6F22-1F0D-180517792AFA}"/>
              </a:ext>
            </a:extLst>
          </p:cNvPr>
          <p:cNvSpPr/>
          <p:nvPr/>
        </p:nvSpPr>
        <p:spPr>
          <a:xfrm>
            <a:off x="8887878" y="5773883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description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EAC2D3-F37E-2455-DC42-D67F789B916C}"/>
              </a:ext>
            </a:extLst>
          </p:cNvPr>
          <p:cNvCxnSpPr>
            <a:cxnSpLocks/>
          </p:cNvCxnSpPr>
          <p:nvPr/>
        </p:nvCxnSpPr>
        <p:spPr>
          <a:xfrm>
            <a:off x="8338843" y="2762104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34FFA7F-56C1-1047-A022-457016916865}"/>
              </a:ext>
            </a:extLst>
          </p:cNvPr>
          <p:cNvCxnSpPr>
            <a:cxnSpLocks/>
          </p:cNvCxnSpPr>
          <p:nvPr/>
        </p:nvCxnSpPr>
        <p:spPr>
          <a:xfrm>
            <a:off x="8338843" y="3542577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391550-87A5-D3D1-9D1B-B54DD071A7D1}"/>
              </a:ext>
            </a:extLst>
          </p:cNvPr>
          <p:cNvCxnSpPr>
            <a:cxnSpLocks/>
          </p:cNvCxnSpPr>
          <p:nvPr/>
        </p:nvCxnSpPr>
        <p:spPr>
          <a:xfrm>
            <a:off x="7793896" y="5088391"/>
            <a:ext cx="1056885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056C38-A83C-B3E6-3D7F-66B5F6ECC9F5}"/>
              </a:ext>
            </a:extLst>
          </p:cNvPr>
          <p:cNvCxnSpPr>
            <a:cxnSpLocks/>
          </p:cNvCxnSpPr>
          <p:nvPr/>
        </p:nvCxnSpPr>
        <p:spPr>
          <a:xfrm>
            <a:off x="8324995" y="6013305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453D057-6B6F-AEE2-8E9C-CFB9CB058D71}"/>
              </a:ext>
            </a:extLst>
          </p:cNvPr>
          <p:cNvSpPr/>
          <p:nvPr/>
        </p:nvSpPr>
        <p:spPr>
          <a:xfrm>
            <a:off x="9040119" y="209083"/>
            <a:ext cx="1648015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2928B8-6C50-5400-4481-C2F442B62397}"/>
              </a:ext>
            </a:extLst>
          </p:cNvPr>
          <p:cNvCxnSpPr>
            <a:cxnSpLocks/>
          </p:cNvCxnSpPr>
          <p:nvPr/>
        </p:nvCxnSpPr>
        <p:spPr>
          <a:xfrm>
            <a:off x="8484160" y="403891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2CB0A-7F36-E6FA-0A61-E1A258B260DB}"/>
              </a:ext>
            </a:extLst>
          </p:cNvPr>
          <p:cNvSpPr/>
          <p:nvPr/>
        </p:nvSpPr>
        <p:spPr>
          <a:xfrm>
            <a:off x="8887878" y="3986733"/>
            <a:ext cx="233381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1E8440-CE3A-1D69-BA32-9E3F03228489}"/>
              </a:ext>
            </a:extLst>
          </p:cNvPr>
          <p:cNvCxnSpPr>
            <a:cxnSpLocks/>
          </p:cNvCxnSpPr>
          <p:nvPr/>
        </p:nvCxnSpPr>
        <p:spPr>
          <a:xfrm>
            <a:off x="8346419" y="4214522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0824D325-27E7-9CDC-BF0A-E2E914130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52" y="257034"/>
            <a:ext cx="2514618" cy="34290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00CACAC-4930-9FB8-C887-709480E0DBCA}"/>
              </a:ext>
            </a:extLst>
          </p:cNvPr>
          <p:cNvSpPr/>
          <p:nvPr/>
        </p:nvSpPr>
        <p:spPr>
          <a:xfrm>
            <a:off x="7993095" y="280234"/>
            <a:ext cx="491065" cy="289881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88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82BC31-489B-6C26-2A90-15369314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89" y="736121"/>
            <a:ext cx="7711394" cy="337190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E79089-58C9-8907-AD16-9E6CA5F3338F}"/>
              </a:ext>
            </a:extLst>
          </p:cNvPr>
          <p:cNvSpPr/>
          <p:nvPr/>
        </p:nvSpPr>
        <p:spPr>
          <a:xfrm>
            <a:off x="406796" y="981810"/>
            <a:ext cx="149589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09F1F8-1755-5359-0C68-85AE0446D7BB}"/>
              </a:ext>
            </a:extLst>
          </p:cNvPr>
          <p:cNvSpPr/>
          <p:nvPr/>
        </p:nvSpPr>
        <p:spPr>
          <a:xfrm>
            <a:off x="409385" y="1830248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B56A33-A8C4-6C98-6707-792A115CAFE1}"/>
              </a:ext>
            </a:extLst>
          </p:cNvPr>
          <p:cNvSpPr/>
          <p:nvPr/>
        </p:nvSpPr>
        <p:spPr>
          <a:xfrm>
            <a:off x="407659" y="2376999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1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A187E-E3A7-D11A-700B-61E73216DF97}"/>
              </a:ext>
            </a:extLst>
          </p:cNvPr>
          <p:cNvSpPr/>
          <p:nvPr/>
        </p:nvSpPr>
        <p:spPr>
          <a:xfrm>
            <a:off x="406796" y="2923750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2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B50A17-EC24-E35E-E9B1-BFFA1994E334}"/>
              </a:ext>
            </a:extLst>
          </p:cNvPr>
          <p:cNvSpPr/>
          <p:nvPr/>
        </p:nvSpPr>
        <p:spPr>
          <a:xfrm>
            <a:off x="406796" y="3475916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3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1CE7D-DB8C-21DE-CCBB-8D4C9819CC40}"/>
              </a:ext>
            </a:extLst>
          </p:cNvPr>
          <p:cNvCxnSpPr>
            <a:cxnSpLocks/>
          </p:cNvCxnSpPr>
          <p:nvPr/>
        </p:nvCxnSpPr>
        <p:spPr>
          <a:xfrm flipH="1">
            <a:off x="1394691" y="19862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8BF70E-16B2-E96F-55D5-14162AD9A8F6}"/>
              </a:ext>
            </a:extLst>
          </p:cNvPr>
          <p:cNvCxnSpPr>
            <a:cxnSpLocks/>
          </p:cNvCxnSpPr>
          <p:nvPr/>
        </p:nvCxnSpPr>
        <p:spPr>
          <a:xfrm flipH="1">
            <a:off x="1394691" y="2535814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117A72-6E68-ED73-8F85-33EFE574CC92}"/>
              </a:ext>
            </a:extLst>
          </p:cNvPr>
          <p:cNvCxnSpPr>
            <a:cxnSpLocks/>
          </p:cNvCxnSpPr>
          <p:nvPr/>
        </p:nvCxnSpPr>
        <p:spPr>
          <a:xfrm flipH="1">
            <a:off x="1394691" y="31038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4DB284-E456-A588-E087-327800A2C7A9}"/>
              </a:ext>
            </a:extLst>
          </p:cNvPr>
          <p:cNvCxnSpPr>
            <a:cxnSpLocks/>
          </p:cNvCxnSpPr>
          <p:nvPr/>
        </p:nvCxnSpPr>
        <p:spPr>
          <a:xfrm flipH="1">
            <a:off x="1394691" y="3634941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4750683-6F85-CC51-1DBF-C0E12967F80A}"/>
              </a:ext>
            </a:extLst>
          </p:cNvPr>
          <p:cNvSpPr/>
          <p:nvPr/>
        </p:nvSpPr>
        <p:spPr>
          <a:xfrm>
            <a:off x="9752294" y="2848868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6F26A-D446-FD1A-2DDF-B8E3F60150B5}"/>
              </a:ext>
            </a:extLst>
          </p:cNvPr>
          <p:cNvSpPr/>
          <p:nvPr/>
        </p:nvSpPr>
        <p:spPr>
          <a:xfrm>
            <a:off x="2162331" y="4452225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state_colour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0070BE-0B85-9A2C-EF7A-DBCE862809F3}"/>
              </a:ext>
            </a:extLst>
          </p:cNvPr>
          <p:cNvCxnSpPr>
            <a:cxnSpLocks/>
          </p:cNvCxnSpPr>
          <p:nvPr/>
        </p:nvCxnSpPr>
        <p:spPr>
          <a:xfrm>
            <a:off x="5206997" y="3103850"/>
            <a:ext cx="4539673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508D98-B4C9-D395-6529-719AC3A73ECD}"/>
              </a:ext>
            </a:extLst>
          </p:cNvPr>
          <p:cNvCxnSpPr>
            <a:cxnSpLocks/>
          </p:cNvCxnSpPr>
          <p:nvPr/>
        </p:nvCxnSpPr>
        <p:spPr>
          <a:xfrm>
            <a:off x="2540000" y="3749400"/>
            <a:ext cx="0" cy="61443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84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DE801-9087-02B6-E459-29F6D118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688963-BC1C-DD0B-05C5-525BBAC2A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22" y="85241"/>
            <a:ext cx="8221305" cy="6343600"/>
          </a:xfrm>
          <a:prstGeom prst="rect">
            <a:avLst/>
          </a:prstGeom>
        </p:spPr>
      </p:pic>
      <p:pic>
        <p:nvPicPr>
          <p:cNvPr id="102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D5BE4AB4-67AF-2A7C-6A34-A911A53911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01671" y="5398796"/>
            <a:ext cx="923491" cy="12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CF908AEC-8525-4C5C-240C-6BE759A3ED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890704" y="5683732"/>
            <a:ext cx="1044481" cy="12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CA9F723-9C4F-D358-9D20-388CE0F240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72487" y="5951574"/>
            <a:ext cx="923513" cy="12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B89B151-C573-CBCC-557D-50A358D6D756}"/>
              </a:ext>
            </a:extLst>
          </p:cNvPr>
          <p:cNvSpPr/>
          <p:nvPr/>
        </p:nvSpPr>
        <p:spPr>
          <a:xfrm>
            <a:off x="8973355" y="22400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editor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EA7379-3D77-1E27-4B1C-FEEFF5115FAD}"/>
              </a:ext>
            </a:extLst>
          </p:cNvPr>
          <p:cNvSpPr/>
          <p:nvPr/>
        </p:nvSpPr>
        <p:spPr>
          <a:xfrm>
            <a:off x="8973353" y="34602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schemer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623C8-C42F-1D6B-C2BF-9AACBF285BEB}"/>
              </a:ext>
            </a:extLst>
          </p:cNvPr>
          <p:cNvSpPr/>
          <p:nvPr/>
        </p:nvSpPr>
        <p:spPr>
          <a:xfrm>
            <a:off x="8973354" y="2849650"/>
            <a:ext cx="2333815" cy="312311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player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CA53DC-36C2-C0E9-3AA3-8FC7941D2515}"/>
              </a:ext>
            </a:extLst>
          </p:cNvPr>
          <p:cNvSpPr/>
          <p:nvPr/>
        </p:nvSpPr>
        <p:spPr>
          <a:xfrm>
            <a:off x="8147714" y="5580608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last_change_definition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CEAD7D-2873-3DB3-1C04-D9A17E9E36D0}"/>
              </a:ext>
            </a:extLst>
          </p:cNvPr>
          <p:cNvSpPr/>
          <p:nvPr/>
        </p:nvSpPr>
        <p:spPr>
          <a:xfrm>
            <a:off x="8147713" y="6051022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9BF714-5BC4-D6C9-9BAD-09383F4A175D}"/>
              </a:ext>
            </a:extLst>
          </p:cNvPr>
          <p:cNvSpPr/>
          <p:nvPr/>
        </p:nvSpPr>
        <p:spPr>
          <a:xfrm>
            <a:off x="8147713" y="5112307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last_change_metadata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36A317-09CC-895A-6137-13E33E733CB2}"/>
              </a:ext>
            </a:extLst>
          </p:cNvPr>
          <p:cNvCxnSpPr>
            <a:cxnSpLocks/>
          </p:cNvCxnSpPr>
          <p:nvPr/>
        </p:nvCxnSpPr>
        <p:spPr>
          <a:xfrm>
            <a:off x="7908945" y="2388639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2A33C53-AFB6-21D3-A1BA-0F3702D852EE}"/>
              </a:ext>
            </a:extLst>
          </p:cNvPr>
          <p:cNvCxnSpPr>
            <a:cxnSpLocks/>
          </p:cNvCxnSpPr>
          <p:nvPr/>
        </p:nvCxnSpPr>
        <p:spPr>
          <a:xfrm>
            <a:off x="7908945" y="30118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FD8C16-560A-E12A-D246-B4ABC7468C56}"/>
              </a:ext>
            </a:extLst>
          </p:cNvPr>
          <p:cNvCxnSpPr>
            <a:cxnSpLocks/>
          </p:cNvCxnSpPr>
          <p:nvPr/>
        </p:nvCxnSpPr>
        <p:spPr>
          <a:xfrm>
            <a:off x="7908945" y="36214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E91D00-091E-0727-BCEB-B443915B0B3D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6215676" y="5281139"/>
            <a:ext cx="1932037" cy="16671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42E1499-C76D-BF7B-3039-0CF759018BB5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6096000" y="5749440"/>
            <a:ext cx="205171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35A803-CA5A-C8C2-D33F-F2E59F758CA8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6254945" y="6038481"/>
            <a:ext cx="1892768" cy="181373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2DB92A5-1F80-21AA-2031-4BEB67A17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118" y="601409"/>
            <a:ext cx="9316765" cy="69875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85DDB8B-42A6-773A-3200-974CAA78B01B}"/>
              </a:ext>
            </a:extLst>
          </p:cNvPr>
          <p:cNvSpPr/>
          <p:nvPr/>
        </p:nvSpPr>
        <p:spPr>
          <a:xfrm>
            <a:off x="5900000" y="759786"/>
            <a:ext cx="880741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5AC705-BD60-66CE-2CC0-7EF0D17F1D0C}"/>
              </a:ext>
            </a:extLst>
          </p:cNvPr>
          <p:cNvSpPr/>
          <p:nvPr/>
        </p:nvSpPr>
        <p:spPr>
          <a:xfrm>
            <a:off x="7948521" y="759786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3E5F23-F346-72FD-B7B1-C15022F6172B}"/>
              </a:ext>
            </a:extLst>
          </p:cNvPr>
          <p:cNvSpPr/>
          <p:nvPr/>
        </p:nvSpPr>
        <p:spPr>
          <a:xfrm>
            <a:off x="10480205" y="771409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712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EB2FB-0ADF-3DCC-46F6-7C16F2131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8B5096-23F5-C706-EB44-4761DBCE6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625"/>
            <a:ext cx="12192000" cy="67127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C2B033-7A61-FE2D-D6F0-DFE6776864F4}"/>
              </a:ext>
            </a:extLst>
          </p:cNvPr>
          <p:cNvCxnSpPr>
            <a:cxnSpLocks/>
          </p:cNvCxnSpPr>
          <p:nvPr/>
        </p:nvCxnSpPr>
        <p:spPr>
          <a:xfrm flipV="1">
            <a:off x="5856648" y="2311244"/>
            <a:ext cx="2047583" cy="261184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26A73F6-9525-E411-6A58-3042B6122B0E}"/>
              </a:ext>
            </a:extLst>
          </p:cNvPr>
          <p:cNvCxnSpPr>
            <a:cxnSpLocks/>
          </p:cNvCxnSpPr>
          <p:nvPr/>
        </p:nvCxnSpPr>
        <p:spPr>
          <a:xfrm>
            <a:off x="5856648" y="5254412"/>
            <a:ext cx="2047583" cy="83223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BAA56DC-DDA7-1C8F-48B2-7802306DB31C}"/>
              </a:ext>
            </a:extLst>
          </p:cNvPr>
          <p:cNvSpPr/>
          <p:nvPr/>
        </p:nvSpPr>
        <p:spPr>
          <a:xfrm>
            <a:off x="3671542" y="4923092"/>
            <a:ext cx="2185106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4D02C-F8A6-0A19-0575-1CE82858B535}"/>
              </a:ext>
            </a:extLst>
          </p:cNvPr>
          <p:cNvSpPr/>
          <p:nvPr/>
        </p:nvSpPr>
        <p:spPr>
          <a:xfrm>
            <a:off x="8073216" y="636096"/>
            <a:ext cx="1905834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B863B6-82C3-68D4-E542-723DF5F318A5}"/>
              </a:ext>
            </a:extLst>
          </p:cNvPr>
          <p:cNvSpPr/>
          <p:nvPr/>
        </p:nvSpPr>
        <p:spPr>
          <a:xfrm>
            <a:off x="3615444" y="6454055"/>
            <a:ext cx="323201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962B58-2030-F2FC-5BDE-3AF301C58A8D}"/>
              </a:ext>
            </a:extLst>
          </p:cNvPr>
          <p:cNvSpPr/>
          <p:nvPr/>
        </p:nvSpPr>
        <p:spPr>
          <a:xfrm>
            <a:off x="5438017" y="4043036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coding_scheme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D2EA419-E663-2A9B-9C8B-8C564CA533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203" y="2267784"/>
            <a:ext cx="3886674" cy="3861759"/>
          </a:xfrm>
          <a:prstGeom prst="rect">
            <a:avLst/>
          </a:prstGeom>
          <a:ln w="38100">
            <a:solidFill>
              <a:srgbClr val="A5355C"/>
            </a:solidFill>
          </a:ln>
        </p:spPr>
      </p:pic>
    </p:spTree>
    <p:extLst>
      <p:ext uri="{BB962C8B-B14F-4D97-AF65-F5344CB8AC3E}">
        <p14:creationId xmlns:p14="http://schemas.microsoft.com/office/powerpoint/2010/main" val="1029399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</Words>
  <Application>Microsoft Office PowerPoint</Application>
  <PresentationFormat>Widescreen</PresentationFormat>
  <Paragraphs>28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12</cp:revision>
  <dcterms:created xsi:type="dcterms:W3CDTF">2026-02-17T17:01:48Z</dcterms:created>
  <dcterms:modified xsi:type="dcterms:W3CDTF">2026-05-13T13:54:52Z</dcterms:modified>
</cp:coreProperties>
</file>