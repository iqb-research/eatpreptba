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A5355C"/>
    <a:srgbClr val="F2D6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726" y="3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E4C-28B5-E9DD-CCA3-A756FFD73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369288-EEDB-1EA9-E0AF-890751A8A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32CAB-ADFA-DB9F-0B79-148E2E31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BD9B7-77EB-9227-FD4F-471116FB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AC99-815B-3531-3284-B5141D62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3241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432D-8CFB-5852-A17D-56EC6565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1134-9A6A-C14F-5329-EDC259E5D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FBC24-4872-8F60-E171-85141AE75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9D01-E377-2744-8297-1664A86A1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5255C-2632-2C34-16AD-6F65A49D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2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6181A-F79B-49FA-D97E-4C9CF40AA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0993A-CB5E-9EDF-E533-69C74206D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20CBD-5359-1FA8-3DD8-AD64CED8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C95E-FF2E-8600-98BA-2C751D6A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26B98-0FF6-88EE-7C62-E27C4CAA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0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7D0C-787C-1840-9B55-D8FE4DD25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1703-4D0A-EF43-11C1-DD754D3E5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EACB0-8756-C3ED-D447-059E77FD5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4073B0-8445-9903-104E-65AEEF0F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8EB3B-B51E-DFDE-0762-1DBDAC53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843F1-6B16-0D75-3446-686F7524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18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FF4F-0099-C3BE-21F1-7520683B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38FA0-097D-B2E1-C9AC-F1394C6D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8354-1D96-E233-99F7-CD49A5BC5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BF043-5667-68CC-BFD3-0AF7533514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5085A5-68D0-8CEC-93BB-8C2979B30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090F9E-04DE-F0D3-F43C-64D57AE69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3187A-2B45-96D5-CAD3-3514DDA2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60ADEC-10EF-D366-C883-1C4C45E9E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4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CD7-5956-2A57-5600-6D6CA349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14C5E-C402-1B81-C05C-1E4EC08E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28AF2D-1BFE-2392-9413-782D38A6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49ED0-4891-F480-B080-02F24D442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1772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85BD-7FC3-BCA2-8076-EBB47526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C6F37-3D7E-D610-219E-B3588744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2196-C385-6A43-94D4-7659AB3C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599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A3C81-1A26-643A-5F95-6BE1AE2F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EC9DD-2595-720E-EBE9-2ABFB604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3F40A-522A-3D70-DEB9-FD9D2F81B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038CC-0412-8250-E69C-DADE768F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F97B1-D4F8-1DCD-6B07-E28076204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9D90E-8E53-9CAF-A345-05C1CAE6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8000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B280-23E6-E4EA-5CB5-EC475C1E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71C242-5B6F-A59A-33CA-B0A78B6717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0AF0E-8283-D813-A727-C1623F5D7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3E59A-C854-C5B8-C217-2F91C8B4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4E85C4-EBD2-828A-95C2-872E66F2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C916F-918C-C871-A9F7-577C5672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219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D629-ED73-619D-A37D-8176DA65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4CBE3-41AB-D685-C3D0-A02F6DFB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1DDE-C369-25E8-B70A-613F05A8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97F4-9AE5-B93D-5935-29A4F9FEE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812CF-8B24-88CF-3E87-155A3F9E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5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F518D-8B23-FFD7-73AA-8244BB49B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570A-5637-F92A-C517-3B1718D63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0BAE-B096-2128-F73B-5D2124F9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84130-83BC-15BB-F89F-729E14890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FB80-61A3-0B30-B4F1-82DFD9288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81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CE8E7-6DC7-1D40-297F-A47BCC7D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9629-1168-B581-E6A0-3E1BFD24F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C238-A44E-83F2-D090-C166816FB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05CC3-179F-4A2D-9012-371B48952F93}" type="datetimeFigureOut">
              <a:rPr lang="de-DE" smtClean="0"/>
              <a:t>04.05.2026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FE95E-7A34-94C9-8EE7-929721680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3E37A-642D-9380-08B6-C84CD283B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28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043974-E3F9-C370-8C06-E3E99B060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737"/>
            <a:ext cx="12192000" cy="65505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13AB461-6CE7-2323-80A8-038719597844}"/>
              </a:ext>
            </a:extLst>
          </p:cNvPr>
          <p:cNvSpPr/>
          <p:nvPr/>
        </p:nvSpPr>
        <p:spPr>
          <a:xfrm>
            <a:off x="1424896" y="4686285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login_studio()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5212D6-46D2-F42D-9E1A-85B018C8347F}"/>
              </a:ext>
            </a:extLst>
          </p:cNvPr>
          <p:cNvSpPr/>
          <p:nvPr/>
        </p:nvSpPr>
        <p:spPr>
          <a:xfrm>
            <a:off x="8072327" y="4686285"/>
            <a:ext cx="2518968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app_version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E5C558-A768-A738-EDF6-36D5CFFDBFAF}"/>
              </a:ext>
            </a:extLst>
          </p:cNvPr>
          <p:cNvCxnSpPr>
            <a:cxnSpLocks/>
          </p:cNvCxnSpPr>
          <p:nvPr/>
        </p:nvCxnSpPr>
        <p:spPr>
          <a:xfrm>
            <a:off x="2936742" y="3855904"/>
            <a:ext cx="0" cy="783612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A5F3FD5-0608-2943-110D-75FFCEABB626}"/>
              </a:ext>
            </a:extLst>
          </p:cNvPr>
          <p:cNvCxnSpPr>
            <a:cxnSpLocks/>
          </p:cNvCxnSpPr>
          <p:nvPr/>
        </p:nvCxnSpPr>
        <p:spPr>
          <a:xfrm>
            <a:off x="7244366" y="4881093"/>
            <a:ext cx="64394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877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F8D4-1409-77AB-53D0-C8896E6A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5CD810-704F-1EB8-7783-AF7B681B1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89" y="205258"/>
            <a:ext cx="5941568" cy="64474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C630AC-E9C4-B484-9D2A-2BE29BD055F7}"/>
              </a:ext>
            </a:extLst>
          </p:cNvPr>
          <p:cNvSpPr/>
          <p:nvPr/>
        </p:nvSpPr>
        <p:spPr>
          <a:xfrm>
            <a:off x="6699349" y="4704450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access_workspace()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2240E2-73BD-5FD1-7F91-6C0553D8A1BF}"/>
              </a:ext>
            </a:extLst>
          </p:cNvPr>
          <p:cNvSpPr/>
          <p:nvPr/>
        </p:nvSpPr>
        <p:spPr>
          <a:xfrm>
            <a:off x="6699349" y="6237538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ws_id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DF9B331-FAF6-5BB5-DB22-769EF719971D}"/>
              </a:ext>
            </a:extLst>
          </p:cNvPr>
          <p:cNvCxnSpPr>
            <a:cxnSpLocks/>
          </p:cNvCxnSpPr>
          <p:nvPr/>
        </p:nvCxnSpPr>
        <p:spPr>
          <a:xfrm>
            <a:off x="5599099" y="4892948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37FDC-A0E9-8B8E-1977-96C131C8C97A}"/>
              </a:ext>
            </a:extLst>
          </p:cNvPr>
          <p:cNvCxnSpPr>
            <a:cxnSpLocks/>
          </p:cNvCxnSpPr>
          <p:nvPr/>
        </p:nvCxnSpPr>
        <p:spPr>
          <a:xfrm>
            <a:off x="2132591" y="6445483"/>
            <a:ext cx="446198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C006B1A-D75B-1577-E8AE-1C34AAEA166E}"/>
              </a:ext>
            </a:extLst>
          </p:cNvPr>
          <p:cNvSpPr/>
          <p:nvPr/>
        </p:nvSpPr>
        <p:spPr>
          <a:xfrm>
            <a:off x="1781422" y="6296568"/>
            <a:ext cx="351169" cy="2943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6097AF5-B34F-A397-AB98-20A5E33E0F08}"/>
              </a:ext>
            </a:extLst>
          </p:cNvPr>
          <p:cNvCxnSpPr>
            <a:cxnSpLocks/>
          </p:cNvCxnSpPr>
          <p:nvPr/>
        </p:nvCxnSpPr>
        <p:spPr>
          <a:xfrm>
            <a:off x="5599099" y="32976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8158EF9-B744-CC87-529A-590869BDFC1A}"/>
              </a:ext>
            </a:extLst>
          </p:cNvPr>
          <p:cNvSpPr/>
          <p:nvPr/>
        </p:nvSpPr>
        <p:spPr>
          <a:xfrm>
            <a:off x="6699349" y="3102856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52A213-0F3C-D1C3-17E3-A1877D5246E0}"/>
              </a:ext>
            </a:extLst>
          </p:cNvPr>
          <p:cNvSpPr/>
          <p:nvPr/>
        </p:nvSpPr>
        <p:spPr>
          <a:xfrm>
            <a:off x="6699349" y="2562080"/>
            <a:ext cx="3807836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861F02-02BB-1CBD-147E-2716CE2ACD9E}"/>
              </a:ext>
            </a:extLst>
          </p:cNvPr>
          <p:cNvCxnSpPr>
            <a:cxnSpLocks/>
          </p:cNvCxnSpPr>
          <p:nvPr/>
        </p:nvCxnSpPr>
        <p:spPr>
          <a:xfrm>
            <a:off x="5598259" y="27642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404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AB521A-5E8D-4FBF-84B8-6D8BCED9EA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0" y="212202"/>
            <a:ext cx="9266807" cy="641548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4860180-312B-1153-A227-3CDE41A0570D}"/>
              </a:ext>
            </a:extLst>
          </p:cNvPr>
          <p:cNvSpPr/>
          <p:nvPr/>
        </p:nvSpPr>
        <p:spPr>
          <a:xfrm>
            <a:off x="9628380" y="3327797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FE7C34-350D-0D54-9DBD-3B9D38E439AF}"/>
              </a:ext>
            </a:extLst>
          </p:cNvPr>
          <p:cNvSpPr/>
          <p:nvPr/>
        </p:nvSpPr>
        <p:spPr>
          <a:xfrm>
            <a:off x="9628380" y="2543301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unit_key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112BC-33D2-6BC8-F41F-591DBD1EBAAC}"/>
              </a:ext>
            </a:extLst>
          </p:cNvPr>
          <p:cNvSpPr/>
          <p:nvPr/>
        </p:nvSpPr>
        <p:spPr>
          <a:xfrm>
            <a:off x="9628380" y="4773914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group_name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5B6445-1BB2-6F22-1F0D-180517792AFA}"/>
              </a:ext>
            </a:extLst>
          </p:cNvPr>
          <p:cNvSpPr/>
          <p:nvPr/>
        </p:nvSpPr>
        <p:spPr>
          <a:xfrm>
            <a:off x="9628380" y="5773883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description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EAC2D3-F37E-2455-DC42-D67F789B916C}"/>
              </a:ext>
            </a:extLst>
          </p:cNvPr>
          <p:cNvCxnSpPr>
            <a:cxnSpLocks/>
          </p:cNvCxnSpPr>
          <p:nvPr/>
        </p:nvCxnSpPr>
        <p:spPr>
          <a:xfrm>
            <a:off x="9079345" y="2762104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34FFA7F-56C1-1047-A022-457016916865}"/>
              </a:ext>
            </a:extLst>
          </p:cNvPr>
          <p:cNvCxnSpPr>
            <a:cxnSpLocks/>
          </p:cNvCxnSpPr>
          <p:nvPr/>
        </p:nvCxnSpPr>
        <p:spPr>
          <a:xfrm>
            <a:off x="9079345" y="3542577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391550-87A5-D3D1-9D1B-B54DD071A7D1}"/>
              </a:ext>
            </a:extLst>
          </p:cNvPr>
          <p:cNvCxnSpPr>
            <a:cxnSpLocks/>
          </p:cNvCxnSpPr>
          <p:nvPr/>
        </p:nvCxnSpPr>
        <p:spPr>
          <a:xfrm>
            <a:off x="8534398" y="4964977"/>
            <a:ext cx="1056885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056C38-A83C-B3E6-3D7F-66B5F6ECC9F5}"/>
              </a:ext>
            </a:extLst>
          </p:cNvPr>
          <p:cNvCxnSpPr>
            <a:cxnSpLocks/>
          </p:cNvCxnSpPr>
          <p:nvPr/>
        </p:nvCxnSpPr>
        <p:spPr>
          <a:xfrm>
            <a:off x="9065497" y="6013305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58C0AF05-96BD-8A0A-3A64-4C3A85FEB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533" y="354585"/>
            <a:ext cx="2447943" cy="35242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00CACAC-4930-9FB8-C887-709480E0DBCA}"/>
              </a:ext>
            </a:extLst>
          </p:cNvPr>
          <p:cNvSpPr/>
          <p:nvPr/>
        </p:nvSpPr>
        <p:spPr>
          <a:xfrm>
            <a:off x="8873836" y="383608"/>
            <a:ext cx="491065" cy="289881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53D057-6B6F-AEE2-8E9C-CFB9CB058D71}"/>
              </a:ext>
            </a:extLst>
          </p:cNvPr>
          <p:cNvSpPr/>
          <p:nvPr/>
        </p:nvSpPr>
        <p:spPr>
          <a:xfrm>
            <a:off x="9920860" y="312457"/>
            <a:ext cx="1648015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2928B8-6C50-5400-4481-C2F442B62397}"/>
              </a:ext>
            </a:extLst>
          </p:cNvPr>
          <p:cNvCxnSpPr>
            <a:cxnSpLocks/>
          </p:cNvCxnSpPr>
          <p:nvPr/>
        </p:nvCxnSpPr>
        <p:spPr>
          <a:xfrm>
            <a:off x="9364901" y="507265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002CB0A-7F36-E6FA-0A61-E1A258B260DB}"/>
              </a:ext>
            </a:extLst>
          </p:cNvPr>
          <p:cNvSpPr/>
          <p:nvPr/>
        </p:nvSpPr>
        <p:spPr>
          <a:xfrm>
            <a:off x="9628380" y="3986733"/>
            <a:ext cx="233381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C1E8440-CE3A-1D69-BA32-9E3F03228489}"/>
              </a:ext>
            </a:extLst>
          </p:cNvPr>
          <p:cNvCxnSpPr>
            <a:cxnSpLocks/>
          </p:cNvCxnSpPr>
          <p:nvPr/>
        </p:nvCxnSpPr>
        <p:spPr>
          <a:xfrm>
            <a:off x="9086921" y="4214522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88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82BC31-489B-6C26-2A90-15369314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89" y="736121"/>
            <a:ext cx="7711394" cy="337190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E79089-58C9-8907-AD16-9E6CA5F3338F}"/>
              </a:ext>
            </a:extLst>
          </p:cNvPr>
          <p:cNvSpPr/>
          <p:nvPr/>
        </p:nvSpPr>
        <p:spPr>
          <a:xfrm>
            <a:off x="406796" y="981810"/>
            <a:ext cx="149589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09F1F8-1755-5359-0C68-85AE0446D7BB}"/>
              </a:ext>
            </a:extLst>
          </p:cNvPr>
          <p:cNvSpPr/>
          <p:nvPr/>
        </p:nvSpPr>
        <p:spPr>
          <a:xfrm>
            <a:off x="409385" y="1830248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NA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B56A33-A8C4-6C98-6707-792A115CAFE1}"/>
              </a:ext>
            </a:extLst>
          </p:cNvPr>
          <p:cNvSpPr/>
          <p:nvPr/>
        </p:nvSpPr>
        <p:spPr>
          <a:xfrm>
            <a:off x="407659" y="2376999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BA187E-E3A7-D11A-700B-61E73216DF97}"/>
              </a:ext>
            </a:extLst>
          </p:cNvPr>
          <p:cNvSpPr/>
          <p:nvPr/>
        </p:nvSpPr>
        <p:spPr>
          <a:xfrm>
            <a:off x="406796" y="2923750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B50A17-EC24-E35E-E9B1-BFFA1994E334}"/>
              </a:ext>
            </a:extLst>
          </p:cNvPr>
          <p:cNvSpPr/>
          <p:nvPr/>
        </p:nvSpPr>
        <p:spPr>
          <a:xfrm>
            <a:off x="406796" y="3475916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1CE7D-DB8C-21DE-CCBB-8D4C9819CC40}"/>
              </a:ext>
            </a:extLst>
          </p:cNvPr>
          <p:cNvCxnSpPr>
            <a:cxnSpLocks/>
          </p:cNvCxnSpPr>
          <p:nvPr/>
        </p:nvCxnSpPr>
        <p:spPr>
          <a:xfrm flipH="1">
            <a:off x="1394691" y="19862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8BF70E-16B2-E96F-55D5-14162AD9A8F6}"/>
              </a:ext>
            </a:extLst>
          </p:cNvPr>
          <p:cNvCxnSpPr>
            <a:cxnSpLocks/>
          </p:cNvCxnSpPr>
          <p:nvPr/>
        </p:nvCxnSpPr>
        <p:spPr>
          <a:xfrm flipH="1">
            <a:off x="1394691" y="2535814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117A72-6E68-ED73-8F85-33EFE574CC92}"/>
              </a:ext>
            </a:extLst>
          </p:cNvPr>
          <p:cNvCxnSpPr>
            <a:cxnSpLocks/>
          </p:cNvCxnSpPr>
          <p:nvPr/>
        </p:nvCxnSpPr>
        <p:spPr>
          <a:xfrm flipH="1">
            <a:off x="1394691" y="31038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4DB284-E456-A588-E087-327800A2C7A9}"/>
              </a:ext>
            </a:extLst>
          </p:cNvPr>
          <p:cNvCxnSpPr>
            <a:cxnSpLocks/>
          </p:cNvCxnSpPr>
          <p:nvPr/>
        </p:nvCxnSpPr>
        <p:spPr>
          <a:xfrm flipH="1">
            <a:off x="1394691" y="3634941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4750683-6F85-CC51-1DBF-C0E12967F80A}"/>
              </a:ext>
            </a:extLst>
          </p:cNvPr>
          <p:cNvSpPr/>
          <p:nvPr/>
        </p:nvSpPr>
        <p:spPr>
          <a:xfrm>
            <a:off x="9752294" y="2848868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86F26A-D446-FD1A-2DDF-B8E3F60150B5}"/>
              </a:ext>
            </a:extLst>
          </p:cNvPr>
          <p:cNvSpPr/>
          <p:nvPr/>
        </p:nvSpPr>
        <p:spPr>
          <a:xfrm>
            <a:off x="2162331" y="4452225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state_colour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0070BE-0B85-9A2C-EF7A-DBCE862809F3}"/>
              </a:ext>
            </a:extLst>
          </p:cNvPr>
          <p:cNvCxnSpPr>
            <a:cxnSpLocks/>
          </p:cNvCxnSpPr>
          <p:nvPr/>
        </p:nvCxnSpPr>
        <p:spPr>
          <a:xfrm>
            <a:off x="5206997" y="3103850"/>
            <a:ext cx="4539673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508D98-B4C9-D395-6529-719AC3A73ECD}"/>
              </a:ext>
            </a:extLst>
          </p:cNvPr>
          <p:cNvCxnSpPr>
            <a:cxnSpLocks/>
          </p:cNvCxnSpPr>
          <p:nvPr/>
        </p:nvCxnSpPr>
        <p:spPr>
          <a:xfrm>
            <a:off x="2540000" y="3749400"/>
            <a:ext cx="0" cy="614434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849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DE801-9087-02B6-E459-29F6D118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4CC3D43-0DAC-A03A-6F7A-2F73E2F5E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09" y="185714"/>
            <a:ext cx="7629581" cy="6486572"/>
          </a:xfrm>
          <a:prstGeom prst="rect">
            <a:avLst/>
          </a:prstGeom>
        </p:spPr>
      </p:pic>
      <p:pic>
        <p:nvPicPr>
          <p:cNvPr id="102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D5BE4AB4-67AF-2A7C-6A34-A911A53911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384820" y="5449970"/>
            <a:ext cx="923513" cy="12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CF908AEC-8525-4C5C-240C-6BE759A3ED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141931" y="5693809"/>
            <a:ext cx="1044481" cy="12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CA9F723-9C4F-D358-9D20-388CE0F240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373593" y="5913817"/>
            <a:ext cx="923513" cy="12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B89B151-C573-CBCC-557D-50A358D6D756}"/>
              </a:ext>
            </a:extLst>
          </p:cNvPr>
          <p:cNvSpPr/>
          <p:nvPr/>
        </p:nvSpPr>
        <p:spPr>
          <a:xfrm>
            <a:off x="8550207" y="2750573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editor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EA7379-3D77-1E27-4B1C-FEEFF5115FAD}"/>
              </a:ext>
            </a:extLst>
          </p:cNvPr>
          <p:cNvSpPr/>
          <p:nvPr/>
        </p:nvSpPr>
        <p:spPr>
          <a:xfrm>
            <a:off x="8550205" y="3970773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schemer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623C8-C42F-1D6B-C2BF-9AACBF285BEB}"/>
              </a:ext>
            </a:extLst>
          </p:cNvPr>
          <p:cNvSpPr/>
          <p:nvPr/>
        </p:nvSpPr>
        <p:spPr>
          <a:xfrm>
            <a:off x="8550206" y="3360144"/>
            <a:ext cx="2333815" cy="312311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player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CA53DC-36C2-C0E9-3AA3-8FC7941D2515}"/>
              </a:ext>
            </a:extLst>
          </p:cNvPr>
          <p:cNvSpPr/>
          <p:nvPr/>
        </p:nvSpPr>
        <p:spPr>
          <a:xfrm>
            <a:off x="7724470" y="5201334"/>
            <a:ext cx="4108139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last_change_definition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00C4E94-7E85-1856-032E-BCB48BA96B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7701" b="6823"/>
          <a:stretch>
            <a:fillRect/>
          </a:stretch>
        </p:blipFill>
        <p:spPr>
          <a:xfrm>
            <a:off x="2323633" y="666771"/>
            <a:ext cx="8983537" cy="37275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F85DDB8B-42A6-773A-3200-974CAA78B01B}"/>
              </a:ext>
            </a:extLst>
          </p:cNvPr>
          <p:cNvSpPr/>
          <p:nvPr/>
        </p:nvSpPr>
        <p:spPr>
          <a:xfrm>
            <a:off x="5186412" y="708208"/>
            <a:ext cx="791307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806982-1F01-A5C3-2F8E-A461A5BA11F8}"/>
              </a:ext>
            </a:extLst>
          </p:cNvPr>
          <p:cNvSpPr/>
          <p:nvPr/>
        </p:nvSpPr>
        <p:spPr>
          <a:xfrm>
            <a:off x="7181260" y="708208"/>
            <a:ext cx="966453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55848E-9D05-6261-53A9-50F6337458F7}"/>
              </a:ext>
            </a:extLst>
          </p:cNvPr>
          <p:cNvSpPr/>
          <p:nvPr/>
        </p:nvSpPr>
        <p:spPr>
          <a:xfrm>
            <a:off x="9224621" y="708208"/>
            <a:ext cx="1229564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CEAD7D-2873-3DB3-1C04-D9A17E9E36D0}"/>
              </a:ext>
            </a:extLst>
          </p:cNvPr>
          <p:cNvSpPr/>
          <p:nvPr/>
        </p:nvSpPr>
        <p:spPr>
          <a:xfrm>
            <a:off x="7724469" y="5671748"/>
            <a:ext cx="4108139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last_change_definition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9BF714-5BC4-D6C9-9BAD-09383F4A175D}"/>
              </a:ext>
            </a:extLst>
          </p:cNvPr>
          <p:cNvSpPr/>
          <p:nvPr/>
        </p:nvSpPr>
        <p:spPr>
          <a:xfrm>
            <a:off x="7724469" y="6142162"/>
            <a:ext cx="4108139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last_change_definition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36A317-09CC-895A-6137-13E33E733CB2}"/>
              </a:ext>
            </a:extLst>
          </p:cNvPr>
          <p:cNvCxnSpPr>
            <a:cxnSpLocks/>
          </p:cNvCxnSpPr>
          <p:nvPr/>
        </p:nvCxnSpPr>
        <p:spPr>
          <a:xfrm>
            <a:off x="7485797" y="2899133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2A33C53-AFB6-21D3-A1BA-0F3702D852EE}"/>
              </a:ext>
            </a:extLst>
          </p:cNvPr>
          <p:cNvCxnSpPr>
            <a:cxnSpLocks/>
          </p:cNvCxnSpPr>
          <p:nvPr/>
        </p:nvCxnSpPr>
        <p:spPr>
          <a:xfrm>
            <a:off x="7485797" y="3522381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2FD8C16-560A-E12A-D246-B4ABC7468C56}"/>
              </a:ext>
            </a:extLst>
          </p:cNvPr>
          <p:cNvCxnSpPr>
            <a:cxnSpLocks/>
          </p:cNvCxnSpPr>
          <p:nvPr/>
        </p:nvCxnSpPr>
        <p:spPr>
          <a:xfrm>
            <a:off x="7485797" y="4131981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E91D00-091E-0727-BCEB-B443915B0B3D}"/>
              </a:ext>
            </a:extLst>
          </p:cNvPr>
          <p:cNvCxnSpPr>
            <a:cxnSpLocks/>
          </p:cNvCxnSpPr>
          <p:nvPr/>
        </p:nvCxnSpPr>
        <p:spPr>
          <a:xfrm>
            <a:off x="7638197" y="3674781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6712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</Words>
  <Application>Microsoft Office PowerPoint</Application>
  <PresentationFormat>Widescreen</PresentationFormat>
  <Paragraphs>25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Alina Apel</dc:creator>
  <cp:lastModifiedBy>Alina Apel</cp:lastModifiedBy>
  <cp:revision>8</cp:revision>
  <dcterms:created xsi:type="dcterms:W3CDTF">2026-02-17T17:01:48Z</dcterms:created>
  <dcterms:modified xsi:type="dcterms:W3CDTF">2026-05-04T13:44:58Z</dcterms:modified>
</cp:coreProperties>
</file>