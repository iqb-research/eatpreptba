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355C"/>
    <a:srgbClr val="F2D6E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9" d="100"/>
          <a:sy n="79" d="100"/>
        </p:scale>
        <p:origin x="387" y="1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8E4C-28B5-E9DD-CCA3-A756FFD737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369288-EEDB-1EA9-E0AF-890751A8A3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32CAB-ADFA-DB9F-0B79-148E2E313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19.02.2026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BD9B7-77EB-9227-FD4F-471116FBC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FAC99-815B-3531-3284-B5141D62A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83241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0432D-8CFB-5852-A17D-56EC6565F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E1134-9A6A-C14F-5329-EDC259E5D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FBC24-4872-8F60-E171-85141AE75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19.02.2026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519D01-E377-2744-8297-1664A86A1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5255C-2632-2C34-16AD-6F65A49DC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295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6181A-F79B-49FA-D97E-4C9CF40AA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10993A-CB5E-9EDF-E533-69C74206D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C20CBD-5359-1FA8-3DD8-AD64CED8C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19.02.2026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AC95E-FF2E-8600-98BA-2C751D6A1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926B98-0FF6-88EE-7C62-E27C4CAAE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0231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87D0C-787C-1840-9B55-D8FE4DD25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C1703-4D0A-EF43-11C1-DD754D3E53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6EACB0-8756-C3ED-D447-059E77FD57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4073B0-8445-9903-104E-65AEEF0F3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19.02.2026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58EB3B-B51E-DFDE-0762-1DBDAC53C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8843F1-6B16-0D75-3446-686F75244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0186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EFF4F-0099-C3BE-21F1-7520683BF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38FA0-097D-B2E1-C9AC-F1394C6DD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E48354-1D96-E233-99F7-CD49A5BC59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0BF043-5667-68CC-BFD3-0AF7533514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5085A5-68D0-8CEC-93BB-8C2979B303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090F9E-04DE-F0D3-F43C-64D57AE69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19.02.2026</a:t>
            </a:fld>
            <a:endParaRPr lang="de-D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F3187A-2B45-96D5-CAD3-3514DDA2F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60ADEC-10EF-D366-C883-1C4C45E9E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2446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62CD7-5956-2A57-5600-6D6CA3493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414C5E-C402-1B81-C05C-1E4EC08E4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19.02.2026</a:t>
            </a:fld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28AF2D-1BFE-2392-9413-782D38A66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A49ED0-4891-F480-B080-02F24D442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517723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0185BD-7FC3-BCA2-8076-EBB475261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19.02.2026</a:t>
            </a:fld>
            <a:endParaRPr lang="de-D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9C6F37-3D7E-D610-219E-B3588744C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62196-C385-6A43-94D4-7659AB3CD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7599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A3C81-1A26-643A-5F95-6BE1AE2FB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EC9DD-2595-720E-EBE9-2ABFB6045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53F40A-522A-3D70-DEB9-FD9D2F81B2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3038CC-0412-8250-E69C-DADE768F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19.02.2026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FF97B1-D4F8-1DCD-6B07-E28076204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F9D90E-8E53-9CAF-A345-05C1CAE6A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98000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1B280-23E6-E4EA-5CB5-EC475C1E2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71C242-5B6F-A59A-33CA-B0A78B6717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90AF0E-8283-D813-A727-C1623F5D70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3E59A-C854-C5B8-C217-2F91C8B43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19.02.2026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4E85C4-EBD2-828A-95C2-872E66F21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9C916F-918C-C871-A9F7-577C56726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82197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ED629-ED73-619D-A37D-8176DA654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C4CBE3-41AB-D685-C3D0-A02F6DFBB4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041DDE-C369-25E8-B70A-613F05A8D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19.02.2026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697F4-9AE5-B93D-5935-29A4F9FEE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9812CF-8B24-88CF-3E87-155A3F9E6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5160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4F518D-8B23-FFD7-73AA-8244BB49B2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4D570A-5637-F92A-C517-3B1718D63E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40BAE-B096-2128-F73B-5D2124F98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19.02.2026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84130-83BC-15BB-F89F-729E14890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8FFB80-61A3-0B30-B4F1-82DFD9288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34817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BCE8E7-6DC7-1D40-297F-A47BCC7D3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09629-1168-B581-E6A0-3E1BFD24F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C238-A44E-83F2-D090-C166816FBA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105CC3-179F-4A2D-9012-371B48952F93}" type="datetimeFigureOut">
              <a:rPr lang="de-DE" smtClean="0"/>
              <a:t>19.02.2026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7FE95E-7A34-94C9-8EE7-9297216803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3E37A-642D-9380-08B6-C84CD283BA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728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6043974-E3F9-C370-8C06-E3E99B060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3737"/>
            <a:ext cx="12192000" cy="655052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13AB461-6CE7-2323-80A8-038719597844}"/>
              </a:ext>
            </a:extLst>
          </p:cNvPr>
          <p:cNvSpPr/>
          <p:nvPr/>
        </p:nvSpPr>
        <p:spPr>
          <a:xfrm>
            <a:off x="1424896" y="4686285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login_studio()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5212D6-46D2-F42D-9E1A-85B018C8347F}"/>
              </a:ext>
            </a:extLst>
          </p:cNvPr>
          <p:cNvSpPr/>
          <p:nvPr/>
        </p:nvSpPr>
        <p:spPr>
          <a:xfrm>
            <a:off x="8072327" y="4686285"/>
            <a:ext cx="2518968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app_version =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E5C558-A768-A738-EDF6-36D5CFFDBFAF}"/>
              </a:ext>
            </a:extLst>
          </p:cNvPr>
          <p:cNvCxnSpPr>
            <a:cxnSpLocks/>
          </p:cNvCxnSpPr>
          <p:nvPr/>
        </p:nvCxnSpPr>
        <p:spPr>
          <a:xfrm>
            <a:off x="2936742" y="3855904"/>
            <a:ext cx="0" cy="783612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A5F3FD5-0608-2943-110D-75FFCEABB626}"/>
              </a:ext>
            </a:extLst>
          </p:cNvPr>
          <p:cNvCxnSpPr>
            <a:cxnSpLocks/>
          </p:cNvCxnSpPr>
          <p:nvPr/>
        </p:nvCxnSpPr>
        <p:spPr>
          <a:xfrm>
            <a:off x="7244366" y="4881093"/>
            <a:ext cx="643944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1877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3F8D4-1409-77AB-53D0-C8896E6AC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35CD810-704F-1EB8-7783-AF7B681B1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89" y="205258"/>
            <a:ext cx="5941568" cy="644748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7C630AC-E9C4-B484-9D2A-2BE29BD055F7}"/>
              </a:ext>
            </a:extLst>
          </p:cNvPr>
          <p:cNvSpPr/>
          <p:nvPr/>
        </p:nvSpPr>
        <p:spPr>
          <a:xfrm>
            <a:off x="6699349" y="4704450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access_workspace()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2240E2-73BD-5FD1-7F91-6C0553D8A1BF}"/>
              </a:ext>
            </a:extLst>
          </p:cNvPr>
          <p:cNvSpPr/>
          <p:nvPr/>
        </p:nvSpPr>
        <p:spPr>
          <a:xfrm>
            <a:off x="6699349" y="6237538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ws_id = 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DF9B331-FAF6-5BB5-DB22-769EF719971D}"/>
              </a:ext>
            </a:extLst>
          </p:cNvPr>
          <p:cNvCxnSpPr>
            <a:cxnSpLocks/>
          </p:cNvCxnSpPr>
          <p:nvPr/>
        </p:nvCxnSpPr>
        <p:spPr>
          <a:xfrm>
            <a:off x="5599099" y="4892948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E437FDC-A0E9-8B8E-1977-96C131C8C97A}"/>
              </a:ext>
            </a:extLst>
          </p:cNvPr>
          <p:cNvCxnSpPr>
            <a:cxnSpLocks/>
          </p:cNvCxnSpPr>
          <p:nvPr/>
        </p:nvCxnSpPr>
        <p:spPr>
          <a:xfrm>
            <a:off x="2132591" y="6445483"/>
            <a:ext cx="446198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C006B1A-D75B-1577-E8AE-1C34AAEA166E}"/>
              </a:ext>
            </a:extLst>
          </p:cNvPr>
          <p:cNvSpPr/>
          <p:nvPr/>
        </p:nvSpPr>
        <p:spPr>
          <a:xfrm>
            <a:off x="1781422" y="6296568"/>
            <a:ext cx="351169" cy="294382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8404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E983317-C1DA-1F49-24BD-E6B309A8C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84" y="0"/>
            <a:ext cx="7290072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BC20E86-D8B6-2236-BE41-738EE88952D1}"/>
              </a:ext>
            </a:extLst>
          </p:cNvPr>
          <p:cNvSpPr/>
          <p:nvPr/>
        </p:nvSpPr>
        <p:spPr>
          <a:xfrm>
            <a:off x="254405" y="4590938"/>
            <a:ext cx="1974067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get_units()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5176F0F-1E71-AE69-B2AD-4E11261B9D92}"/>
              </a:ext>
            </a:extLst>
          </p:cNvPr>
          <p:cNvCxnSpPr>
            <a:cxnSpLocks/>
          </p:cNvCxnSpPr>
          <p:nvPr/>
        </p:nvCxnSpPr>
        <p:spPr>
          <a:xfrm>
            <a:off x="466659" y="2787741"/>
            <a:ext cx="0" cy="1752728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5408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</Words>
  <Application>Microsoft Office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Lucida Console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Alina Apel</dc:creator>
  <cp:lastModifiedBy>Alina Apel</cp:lastModifiedBy>
  <cp:revision>6</cp:revision>
  <dcterms:created xsi:type="dcterms:W3CDTF">2026-02-17T17:01:48Z</dcterms:created>
  <dcterms:modified xsi:type="dcterms:W3CDTF">2026-02-19T14:49:59Z</dcterms:modified>
</cp:coreProperties>
</file>