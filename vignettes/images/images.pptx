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4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17.02.2026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CBAF2A-0D68-FE12-8965-5869CD52C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012" y="147440"/>
            <a:ext cx="6540008" cy="656311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F84C12B-0DFF-5649-2FC8-5A923CD2B2D6}"/>
              </a:ext>
            </a:extLst>
          </p:cNvPr>
          <p:cNvSpPr/>
          <p:nvPr/>
        </p:nvSpPr>
        <p:spPr>
          <a:xfrm>
            <a:off x="2518807" y="4370047"/>
            <a:ext cx="1419284" cy="701227"/>
          </a:xfrm>
          <a:prstGeom prst="rect">
            <a:avLst/>
          </a:prstGeom>
          <a:noFill/>
          <a:ln w="381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2815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1</cp:revision>
  <dcterms:created xsi:type="dcterms:W3CDTF">2026-02-17T17:01:48Z</dcterms:created>
  <dcterms:modified xsi:type="dcterms:W3CDTF">2026-02-17T17:03:14Z</dcterms:modified>
</cp:coreProperties>
</file>