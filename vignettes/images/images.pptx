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5355C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47" d="100"/>
          <a:sy n="47" d="100"/>
        </p:scale>
        <p:origin x="741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23.04.2026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AB521A-5E8D-4FBF-84B8-6D8BCED9E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0" y="212202"/>
            <a:ext cx="9266807" cy="6415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241" y="1218572"/>
            <a:ext cx="9147518" cy="3999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7</cp:revision>
  <dcterms:created xsi:type="dcterms:W3CDTF">2026-02-17T17:01:48Z</dcterms:created>
  <dcterms:modified xsi:type="dcterms:W3CDTF">2026-04-23T16:26:03Z</dcterms:modified>
</cp:coreProperties>
</file>