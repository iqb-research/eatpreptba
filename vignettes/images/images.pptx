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60" r:id="rId4"/>
    <p:sldId id="261" r:id="rId5"/>
    <p:sldId id="262" r:id="rId6"/>
    <p:sldId id="264" r:id="rId7"/>
    <p:sldId id="271" r:id="rId8"/>
    <p:sldId id="265" r:id="rId9"/>
    <p:sldId id="272" r:id="rId10"/>
    <p:sldId id="266" r:id="rId11"/>
    <p:sldId id="267" r:id="rId12"/>
    <p:sldId id="268" r:id="rId13"/>
    <p:sldId id="269" r:id="rId14"/>
    <p:sldId id="273" r:id="rId15"/>
    <p:sldId id="274" r:id="rId16"/>
    <p:sldId id="275" r:id="rId17"/>
    <p:sldId id="276" r:id="rId18"/>
    <p:sldId id="281" r:id="rId19"/>
    <p:sldId id="282" r:id="rId20"/>
    <p:sldId id="280" r:id="rId21"/>
    <p:sldId id="279" r:id="rId22"/>
    <p:sldId id="278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355C"/>
    <a:srgbClr val="FFFFFF"/>
    <a:srgbClr val="F2D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E87975-BD7E-CB47-B4B8-F762CE57588B}" v="45" dt="2026-09-09T15:52:36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 autoAdjust="0"/>
    <p:restoredTop sz="94681"/>
  </p:normalViewPr>
  <p:slideViewPr>
    <p:cSldViewPr snapToGrid="0">
      <p:cViewPr varScale="1">
        <p:scale>
          <a:sx n="107" d="100"/>
          <a:sy n="107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53907-AE11-4DB4-A650-AEF08113A763}" type="datetimeFigureOut">
              <a:rPr lang="de-DE" smtClean="0"/>
              <a:t>16.09.26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8210E-BC6B-4989-9CE8-F4ECFF198E7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46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210E-BC6B-4989-9CE8-F4ECFF198E7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8274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5B07D-FC10-E8E8-FAB7-7B96AE6F8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CA023-1EE4-AC37-2F26-C52A5D9EC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981E0-75E6-F945-A8A7-377D183F8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8392F-2B13-D8AC-2BCA-77A1025C7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210E-BC6B-4989-9CE8-F4ECFF198E7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7367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16CF6-78A3-0E5C-FCC7-ABD0D4FD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E78D46-C3FE-DB07-9AD0-44E8B649F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342CC-8E54-D956-CF38-F51639D69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43C48-2659-C36B-ED52-F50C8134C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210E-BC6B-4989-9CE8-F4ECFF198E7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268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210E-BC6B-4989-9CE8-F4ECFF198E7B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313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210E-BC6B-4989-9CE8-F4ECFF198E7B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1425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8E4C-28B5-E9DD-CCA3-A756FFD73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69288-EEDB-1EA9-E0AF-890751A8A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32CAB-ADFA-DB9F-0B79-148E2E313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BD9B7-77EB-9227-FD4F-471116FBC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FAC99-815B-3531-3284-B5141D62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8324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432D-8CFB-5852-A17D-56EC6565F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E1134-9A6A-C14F-5329-EDC259E5D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FBC24-4872-8F60-E171-85141AE75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19D01-E377-2744-8297-1664A86A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5255C-2632-2C34-16AD-6F65A49D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295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181A-F79B-49FA-D97E-4C9CF40AA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0993A-CB5E-9EDF-E533-69C74206D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20CBD-5359-1FA8-3DD8-AD64CED8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AC95E-FF2E-8600-98BA-2C751D6A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26B98-0FF6-88EE-7C62-E27C4CAAE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023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7D0C-787C-1840-9B55-D8FE4DD25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1703-4D0A-EF43-11C1-DD754D3E5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EACB0-8756-C3ED-D447-059E77FD5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073B0-8445-9903-104E-65AEEF0F3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58EB3B-B51E-DFDE-0762-1DBDAC53C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8843F1-6B16-0D75-3446-686F7524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00186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EFF4F-0099-C3BE-21F1-7520683B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38FA0-097D-B2E1-C9AC-F1394C6DD8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E48354-1D96-E233-99F7-CD49A5BC5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BF043-5667-68CC-BFD3-0AF7533514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5085A5-68D0-8CEC-93BB-8C2979B30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090F9E-04DE-F0D3-F43C-64D57AE6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3187A-2B45-96D5-CAD3-3514DDA2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60ADEC-10EF-D366-C883-1C4C45E9E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2446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2CD7-5956-2A57-5600-6D6CA3493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14C5E-C402-1B81-C05C-1E4EC08E4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8AF2D-1BFE-2392-9413-782D38A66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49ED0-4891-F480-B080-02F24D442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51772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185BD-7FC3-BCA2-8076-EBB47526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9C6F37-3D7E-D610-219E-B3588744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2196-C385-6A43-94D4-7659AB3CD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599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A3C81-1A26-643A-5F95-6BE1AE2FB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EC9DD-2595-720E-EBE9-2ABFB604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3F40A-522A-3D70-DEB9-FD9D2F81B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3038CC-0412-8250-E69C-DADE768F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F97B1-D4F8-1DCD-6B07-E28076204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F9D90E-8E53-9CAF-A345-05C1CAE6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800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1B280-23E6-E4EA-5CB5-EC475C1E2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71C242-5B6F-A59A-33CA-B0A78B6717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0AF0E-8283-D813-A727-C1623F5D7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3E59A-C854-C5B8-C217-2F91C8B43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E85C4-EBD2-828A-95C2-872E66F2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C916F-918C-C871-A9F7-577C5672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219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ED629-ED73-619D-A37D-8176DA654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4CBE3-41AB-D685-C3D0-A02F6DFBB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41DDE-C369-25E8-B70A-613F05A8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697F4-9AE5-B93D-5935-29A4F9FEE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12CF-8B24-88CF-3E87-155A3F9E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9516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4F518D-8B23-FFD7-73AA-8244BB49B2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D570A-5637-F92A-C517-3B1718D63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40BAE-B096-2128-F73B-5D2124F9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84130-83BC-15BB-F89F-729E14890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FFB80-61A3-0B30-B4F1-82DFD928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34817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BCE8E7-6DC7-1D40-297F-A47BCC7D3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09629-1168-B581-E6A0-3E1BFD24F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7C238-A44E-83F2-D090-C166816FB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05CC3-179F-4A2D-9012-371B48952F93}" type="datetimeFigureOut">
              <a:rPr lang="de-DE" smtClean="0"/>
              <a:t>16.09.26</a:t>
            </a:fld>
            <a:endParaRPr lang="de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FE95E-7A34-94C9-8EE7-929721680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3E37A-642D-9380-08B6-C84CD283B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541DE-FD93-48AE-A028-1E41B4AC37C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728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043974-E3F9-C370-8C06-E3E99B060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737"/>
            <a:ext cx="12192000" cy="65505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13AB461-6CE7-2323-80A8-038719597844}"/>
              </a:ext>
            </a:extLst>
          </p:cNvPr>
          <p:cNvSpPr/>
          <p:nvPr/>
        </p:nvSpPr>
        <p:spPr>
          <a:xfrm>
            <a:off x="1424896" y="4686285"/>
            <a:ext cx="3023692" cy="38961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login_studio()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5212D6-46D2-F42D-9E1A-85B018C8347F}"/>
              </a:ext>
            </a:extLst>
          </p:cNvPr>
          <p:cNvSpPr/>
          <p:nvPr/>
        </p:nvSpPr>
        <p:spPr>
          <a:xfrm>
            <a:off x="8072327" y="4686285"/>
            <a:ext cx="2518968" cy="38961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app_version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4E5C558-A768-A738-EDF6-36D5CFFDBFAF}"/>
              </a:ext>
            </a:extLst>
          </p:cNvPr>
          <p:cNvCxnSpPr>
            <a:cxnSpLocks/>
          </p:cNvCxnSpPr>
          <p:nvPr/>
        </p:nvCxnSpPr>
        <p:spPr>
          <a:xfrm>
            <a:off x="2936742" y="3855904"/>
            <a:ext cx="0" cy="783612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5F3FD5-0608-2943-110D-75FFCEABB626}"/>
              </a:ext>
            </a:extLst>
          </p:cNvPr>
          <p:cNvCxnSpPr>
            <a:cxnSpLocks/>
          </p:cNvCxnSpPr>
          <p:nvPr/>
        </p:nvCxnSpPr>
        <p:spPr>
          <a:xfrm>
            <a:off x="7244366" y="4881093"/>
            <a:ext cx="643944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877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F8D4-1409-77AB-53D0-C8896E6AC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5CD810-704F-1EB8-7783-AF7B681B1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89" y="205258"/>
            <a:ext cx="5941568" cy="64474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7C630AC-E9C4-B484-9D2A-2BE29BD055F7}"/>
              </a:ext>
            </a:extLst>
          </p:cNvPr>
          <p:cNvSpPr/>
          <p:nvPr/>
        </p:nvSpPr>
        <p:spPr>
          <a:xfrm>
            <a:off x="6699349" y="4704450"/>
            <a:ext cx="3023692" cy="38961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access_workspace()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2240E2-73BD-5FD1-7F91-6C0553D8A1BF}"/>
              </a:ext>
            </a:extLst>
          </p:cNvPr>
          <p:cNvSpPr/>
          <p:nvPr/>
        </p:nvSpPr>
        <p:spPr>
          <a:xfrm>
            <a:off x="6699349" y="6237538"/>
            <a:ext cx="3023692" cy="38961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ws_id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DF9B331-FAF6-5BB5-DB22-769EF719971D}"/>
              </a:ext>
            </a:extLst>
          </p:cNvPr>
          <p:cNvCxnSpPr>
            <a:cxnSpLocks/>
          </p:cNvCxnSpPr>
          <p:nvPr/>
        </p:nvCxnSpPr>
        <p:spPr>
          <a:xfrm>
            <a:off x="5599099" y="4892948"/>
            <a:ext cx="995481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437FDC-A0E9-8B8E-1977-96C131C8C97A}"/>
              </a:ext>
            </a:extLst>
          </p:cNvPr>
          <p:cNvCxnSpPr>
            <a:cxnSpLocks/>
          </p:cNvCxnSpPr>
          <p:nvPr/>
        </p:nvCxnSpPr>
        <p:spPr>
          <a:xfrm>
            <a:off x="2132591" y="6445483"/>
            <a:ext cx="4461989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C006B1A-D75B-1577-E8AE-1C34AAEA166E}"/>
              </a:ext>
            </a:extLst>
          </p:cNvPr>
          <p:cNvSpPr/>
          <p:nvPr/>
        </p:nvSpPr>
        <p:spPr>
          <a:xfrm>
            <a:off x="1781422" y="6296568"/>
            <a:ext cx="351169" cy="294382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6097AF5-B34F-A397-AB98-20A5E33E0F08}"/>
              </a:ext>
            </a:extLst>
          </p:cNvPr>
          <p:cNvCxnSpPr>
            <a:cxnSpLocks/>
          </p:cNvCxnSpPr>
          <p:nvPr/>
        </p:nvCxnSpPr>
        <p:spPr>
          <a:xfrm>
            <a:off x="5599099" y="3297664"/>
            <a:ext cx="995481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8158EF9-B744-CC87-529A-590869BDFC1A}"/>
              </a:ext>
            </a:extLst>
          </p:cNvPr>
          <p:cNvSpPr/>
          <p:nvPr/>
        </p:nvSpPr>
        <p:spPr>
          <a:xfrm>
            <a:off x="6699349" y="3102856"/>
            <a:ext cx="3023692" cy="389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This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is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a </a:t>
            </a:r>
            <a:r>
              <a:rPr lang="de-DE" b="1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workspace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52A213-0F3C-D1C3-17E3-A1877D5246E0}"/>
              </a:ext>
            </a:extLst>
          </p:cNvPr>
          <p:cNvSpPr/>
          <p:nvPr/>
        </p:nvSpPr>
        <p:spPr>
          <a:xfrm>
            <a:off x="6699349" y="2562080"/>
            <a:ext cx="3807836" cy="389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This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is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a </a:t>
            </a:r>
            <a:r>
              <a:rPr lang="de-DE" b="1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workspace</a:t>
            </a:r>
            <a:r>
              <a:rPr lang="de-DE" b="1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b="1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group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861F02-02BB-1CBD-147E-2716CE2ACD9E}"/>
              </a:ext>
            </a:extLst>
          </p:cNvPr>
          <p:cNvCxnSpPr>
            <a:cxnSpLocks/>
          </p:cNvCxnSpPr>
          <p:nvPr/>
        </p:nvCxnSpPr>
        <p:spPr>
          <a:xfrm>
            <a:off x="5598259" y="2764264"/>
            <a:ext cx="995481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8404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2C728E-BCC1-857A-2B07-BE7039027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5" y="69983"/>
            <a:ext cx="8572030" cy="64799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4860180-312B-1153-A227-3CDE41A0570D}"/>
              </a:ext>
            </a:extLst>
          </p:cNvPr>
          <p:cNvSpPr/>
          <p:nvPr/>
        </p:nvSpPr>
        <p:spPr>
          <a:xfrm>
            <a:off x="8887878" y="3327797"/>
            <a:ext cx="2333815" cy="446148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unit_label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FE7C34-350D-0D54-9DBD-3B9D38E439AF}"/>
              </a:ext>
            </a:extLst>
          </p:cNvPr>
          <p:cNvSpPr/>
          <p:nvPr/>
        </p:nvSpPr>
        <p:spPr>
          <a:xfrm>
            <a:off x="8887878" y="2543301"/>
            <a:ext cx="2333815" cy="446148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unit_key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6112BC-33D2-6BC8-F41F-591DBD1EBAAC}"/>
              </a:ext>
            </a:extLst>
          </p:cNvPr>
          <p:cNvSpPr/>
          <p:nvPr/>
        </p:nvSpPr>
        <p:spPr>
          <a:xfrm>
            <a:off x="8887878" y="4897328"/>
            <a:ext cx="2333815" cy="446148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group_name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5B6445-1BB2-6F22-1F0D-180517792AFA}"/>
              </a:ext>
            </a:extLst>
          </p:cNvPr>
          <p:cNvSpPr/>
          <p:nvPr/>
        </p:nvSpPr>
        <p:spPr>
          <a:xfrm>
            <a:off x="8887878" y="5773883"/>
            <a:ext cx="2333815" cy="446148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description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EAC2D3-F37E-2455-DC42-D67F789B916C}"/>
              </a:ext>
            </a:extLst>
          </p:cNvPr>
          <p:cNvCxnSpPr>
            <a:cxnSpLocks/>
          </p:cNvCxnSpPr>
          <p:nvPr/>
        </p:nvCxnSpPr>
        <p:spPr>
          <a:xfrm>
            <a:off x="8338843" y="2762104"/>
            <a:ext cx="555959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4FFA7F-56C1-1047-A022-457016916865}"/>
              </a:ext>
            </a:extLst>
          </p:cNvPr>
          <p:cNvCxnSpPr>
            <a:cxnSpLocks/>
          </p:cNvCxnSpPr>
          <p:nvPr/>
        </p:nvCxnSpPr>
        <p:spPr>
          <a:xfrm>
            <a:off x="8338843" y="3542577"/>
            <a:ext cx="555959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4391550-87A5-D3D1-9D1B-B54DD071A7D1}"/>
              </a:ext>
            </a:extLst>
          </p:cNvPr>
          <p:cNvCxnSpPr>
            <a:cxnSpLocks/>
          </p:cNvCxnSpPr>
          <p:nvPr/>
        </p:nvCxnSpPr>
        <p:spPr>
          <a:xfrm>
            <a:off x="7793896" y="5088391"/>
            <a:ext cx="1056885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C056C38-A83C-B3E6-3D7F-66B5F6ECC9F5}"/>
              </a:ext>
            </a:extLst>
          </p:cNvPr>
          <p:cNvCxnSpPr>
            <a:cxnSpLocks/>
          </p:cNvCxnSpPr>
          <p:nvPr/>
        </p:nvCxnSpPr>
        <p:spPr>
          <a:xfrm>
            <a:off x="8324995" y="6013305"/>
            <a:ext cx="555959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453D057-6B6F-AEE2-8E9C-CFB9CB058D71}"/>
              </a:ext>
            </a:extLst>
          </p:cNvPr>
          <p:cNvSpPr/>
          <p:nvPr/>
        </p:nvSpPr>
        <p:spPr>
          <a:xfrm>
            <a:off x="9040119" y="209083"/>
            <a:ext cx="1648015" cy="38961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unit_id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2928B8-6C50-5400-4481-C2F442B62397}"/>
              </a:ext>
            </a:extLst>
          </p:cNvPr>
          <p:cNvCxnSpPr>
            <a:cxnSpLocks/>
          </p:cNvCxnSpPr>
          <p:nvPr/>
        </p:nvCxnSpPr>
        <p:spPr>
          <a:xfrm>
            <a:off x="8484160" y="403891"/>
            <a:ext cx="555959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002CB0A-7F36-E6FA-0A61-E1A258B260DB}"/>
              </a:ext>
            </a:extLst>
          </p:cNvPr>
          <p:cNvSpPr/>
          <p:nvPr/>
        </p:nvSpPr>
        <p:spPr>
          <a:xfrm>
            <a:off x="8887878" y="3986733"/>
            <a:ext cx="2333815" cy="447665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state_id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C1E8440-CE3A-1D69-BA32-9E3F03228489}"/>
              </a:ext>
            </a:extLst>
          </p:cNvPr>
          <p:cNvCxnSpPr>
            <a:cxnSpLocks/>
          </p:cNvCxnSpPr>
          <p:nvPr/>
        </p:nvCxnSpPr>
        <p:spPr>
          <a:xfrm>
            <a:off x="8346419" y="4214522"/>
            <a:ext cx="555959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824D325-27E7-9CDC-BF0A-E2E9141301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852" y="257034"/>
            <a:ext cx="2514618" cy="34290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00CACAC-4930-9FB8-C887-709480E0DBCA}"/>
              </a:ext>
            </a:extLst>
          </p:cNvPr>
          <p:cNvSpPr/>
          <p:nvPr/>
        </p:nvSpPr>
        <p:spPr>
          <a:xfrm>
            <a:off x="7993095" y="280234"/>
            <a:ext cx="491065" cy="289881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80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82BC31-489B-6C26-2A90-15369314E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089" y="736121"/>
            <a:ext cx="7711394" cy="33719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E79089-58C9-8907-AD16-9E6CA5F3338F}"/>
              </a:ext>
            </a:extLst>
          </p:cNvPr>
          <p:cNvSpPr/>
          <p:nvPr/>
        </p:nvSpPr>
        <p:spPr>
          <a:xfrm>
            <a:off x="406796" y="981810"/>
            <a:ext cx="1495895" cy="447665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state_id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09F1F8-1755-5359-0C68-85AE0446D7BB}"/>
              </a:ext>
            </a:extLst>
          </p:cNvPr>
          <p:cNvSpPr/>
          <p:nvPr/>
        </p:nvSpPr>
        <p:spPr>
          <a:xfrm>
            <a:off x="409385" y="1830248"/>
            <a:ext cx="800578" cy="2919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B56A33-A8C4-6C98-6707-792A115CAFE1}"/>
              </a:ext>
            </a:extLst>
          </p:cNvPr>
          <p:cNvSpPr/>
          <p:nvPr/>
        </p:nvSpPr>
        <p:spPr>
          <a:xfrm>
            <a:off x="407659" y="2376999"/>
            <a:ext cx="800578" cy="2919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A5355C"/>
                </a:solidFill>
                <a:latin typeface="Lucida Console" panose="020B0609040504020204" pitchFamily="49" charset="0"/>
              </a:rPr>
              <a:t>1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BA187E-E3A7-D11A-700B-61E73216DF97}"/>
              </a:ext>
            </a:extLst>
          </p:cNvPr>
          <p:cNvSpPr/>
          <p:nvPr/>
        </p:nvSpPr>
        <p:spPr>
          <a:xfrm>
            <a:off x="406796" y="2923750"/>
            <a:ext cx="800578" cy="2919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A5355C"/>
                </a:solidFill>
                <a:latin typeface="Lucida Console" panose="020B0609040504020204" pitchFamily="49" charset="0"/>
              </a:rPr>
              <a:t>2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B50A17-EC24-E35E-E9B1-BFFA1994E334}"/>
              </a:ext>
            </a:extLst>
          </p:cNvPr>
          <p:cNvSpPr/>
          <p:nvPr/>
        </p:nvSpPr>
        <p:spPr>
          <a:xfrm>
            <a:off x="406796" y="3475916"/>
            <a:ext cx="800578" cy="29195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A5355C"/>
                </a:solidFill>
                <a:latin typeface="Lucida Console" panose="020B0609040504020204" pitchFamily="49" charset="0"/>
              </a:rPr>
              <a:t>3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01CE7D-DB8C-21DE-CCBB-8D4C9819CC40}"/>
              </a:ext>
            </a:extLst>
          </p:cNvPr>
          <p:cNvCxnSpPr>
            <a:cxnSpLocks/>
          </p:cNvCxnSpPr>
          <p:nvPr/>
        </p:nvCxnSpPr>
        <p:spPr>
          <a:xfrm flipH="1">
            <a:off x="1394691" y="1986250"/>
            <a:ext cx="767640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8BF70E-16B2-E96F-55D5-14162AD9A8F6}"/>
              </a:ext>
            </a:extLst>
          </p:cNvPr>
          <p:cNvCxnSpPr>
            <a:cxnSpLocks/>
          </p:cNvCxnSpPr>
          <p:nvPr/>
        </p:nvCxnSpPr>
        <p:spPr>
          <a:xfrm flipH="1">
            <a:off x="1394691" y="2535814"/>
            <a:ext cx="767640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117A72-6E68-ED73-8F85-33EFE574CC92}"/>
              </a:ext>
            </a:extLst>
          </p:cNvPr>
          <p:cNvCxnSpPr>
            <a:cxnSpLocks/>
          </p:cNvCxnSpPr>
          <p:nvPr/>
        </p:nvCxnSpPr>
        <p:spPr>
          <a:xfrm flipH="1">
            <a:off x="1394691" y="3103850"/>
            <a:ext cx="767640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D4DB284-E456-A588-E087-327800A2C7A9}"/>
              </a:ext>
            </a:extLst>
          </p:cNvPr>
          <p:cNvCxnSpPr>
            <a:cxnSpLocks/>
          </p:cNvCxnSpPr>
          <p:nvPr/>
        </p:nvCxnSpPr>
        <p:spPr>
          <a:xfrm flipH="1">
            <a:off x="1394691" y="3634941"/>
            <a:ext cx="767640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4750683-6F85-CC51-1DBF-C0E12967F80A}"/>
              </a:ext>
            </a:extLst>
          </p:cNvPr>
          <p:cNvSpPr/>
          <p:nvPr/>
        </p:nvSpPr>
        <p:spPr>
          <a:xfrm>
            <a:off x="9752294" y="2848868"/>
            <a:ext cx="2149087" cy="447665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state_label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86F26A-D446-FD1A-2DDF-B8E3F60150B5}"/>
              </a:ext>
            </a:extLst>
          </p:cNvPr>
          <p:cNvSpPr/>
          <p:nvPr/>
        </p:nvSpPr>
        <p:spPr>
          <a:xfrm>
            <a:off x="2162331" y="4452225"/>
            <a:ext cx="2149087" cy="447665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state_colour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0070BE-0B85-9A2C-EF7A-DBCE862809F3}"/>
              </a:ext>
            </a:extLst>
          </p:cNvPr>
          <p:cNvCxnSpPr>
            <a:cxnSpLocks/>
          </p:cNvCxnSpPr>
          <p:nvPr/>
        </p:nvCxnSpPr>
        <p:spPr>
          <a:xfrm>
            <a:off x="5206997" y="3103850"/>
            <a:ext cx="4539673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508D98-B4C9-D395-6529-719AC3A73ECD}"/>
              </a:ext>
            </a:extLst>
          </p:cNvPr>
          <p:cNvCxnSpPr>
            <a:cxnSpLocks/>
          </p:cNvCxnSpPr>
          <p:nvPr/>
        </p:nvCxnSpPr>
        <p:spPr>
          <a:xfrm>
            <a:off x="2540000" y="3749400"/>
            <a:ext cx="0" cy="614434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849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DE801-9087-02B6-E459-29F6D118E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688963-BC1C-DD0B-05C5-525BBAC2A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2" y="85241"/>
            <a:ext cx="8221305" cy="6343600"/>
          </a:xfrm>
          <a:prstGeom prst="rect">
            <a:avLst/>
          </a:prstGeom>
        </p:spPr>
      </p:pic>
      <p:pic>
        <p:nvPicPr>
          <p:cNvPr id="1028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D5BE4AB4-67AF-2A7C-6A34-A911A53911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5101671" y="5398796"/>
            <a:ext cx="923491" cy="12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CF908AEC-8525-4C5C-240C-6BE759A3ED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4890704" y="5683732"/>
            <a:ext cx="1044481" cy="12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ECA9F723-9C4F-D358-9D20-388CE0F240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5172487" y="5951574"/>
            <a:ext cx="923513" cy="12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B89B151-C573-CBCC-557D-50A358D6D756}"/>
              </a:ext>
            </a:extLst>
          </p:cNvPr>
          <p:cNvSpPr/>
          <p:nvPr/>
        </p:nvSpPr>
        <p:spPr>
          <a:xfrm>
            <a:off x="8973355" y="2240079"/>
            <a:ext cx="2333815" cy="311253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editor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EA7379-3D77-1E27-4B1C-FEEFF5115FAD}"/>
              </a:ext>
            </a:extLst>
          </p:cNvPr>
          <p:cNvSpPr/>
          <p:nvPr/>
        </p:nvSpPr>
        <p:spPr>
          <a:xfrm>
            <a:off x="8973353" y="3460279"/>
            <a:ext cx="2333815" cy="311253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schemer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1623C8-C42F-1D6B-C2BF-9AACBF285BEB}"/>
              </a:ext>
            </a:extLst>
          </p:cNvPr>
          <p:cNvSpPr/>
          <p:nvPr/>
        </p:nvSpPr>
        <p:spPr>
          <a:xfrm>
            <a:off x="8973354" y="2849650"/>
            <a:ext cx="2333815" cy="312311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player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CA53DC-36C2-C0E9-3AA3-8FC7941D2515}"/>
              </a:ext>
            </a:extLst>
          </p:cNvPr>
          <p:cNvSpPr/>
          <p:nvPr/>
        </p:nvSpPr>
        <p:spPr>
          <a:xfrm>
            <a:off x="8147714" y="5580608"/>
            <a:ext cx="3684896" cy="337663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last_change_definition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CEAD7D-2873-3DB3-1C04-D9A17E9E36D0}"/>
              </a:ext>
            </a:extLst>
          </p:cNvPr>
          <p:cNvSpPr/>
          <p:nvPr/>
        </p:nvSpPr>
        <p:spPr>
          <a:xfrm>
            <a:off x="8147713" y="6051022"/>
            <a:ext cx="3684896" cy="337663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last_change_scheme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49BF714-5BC4-D6C9-9BAD-09383F4A175D}"/>
              </a:ext>
            </a:extLst>
          </p:cNvPr>
          <p:cNvSpPr/>
          <p:nvPr/>
        </p:nvSpPr>
        <p:spPr>
          <a:xfrm>
            <a:off x="8147713" y="5112307"/>
            <a:ext cx="3684896" cy="337663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last_change_metadata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36A317-09CC-895A-6137-13E33E733CB2}"/>
              </a:ext>
            </a:extLst>
          </p:cNvPr>
          <p:cNvCxnSpPr>
            <a:cxnSpLocks/>
          </p:cNvCxnSpPr>
          <p:nvPr/>
        </p:nvCxnSpPr>
        <p:spPr>
          <a:xfrm>
            <a:off x="7908945" y="2388639"/>
            <a:ext cx="1064408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2A33C53-AFB6-21D3-A1BA-0F3702D852EE}"/>
              </a:ext>
            </a:extLst>
          </p:cNvPr>
          <p:cNvCxnSpPr>
            <a:cxnSpLocks/>
          </p:cNvCxnSpPr>
          <p:nvPr/>
        </p:nvCxnSpPr>
        <p:spPr>
          <a:xfrm>
            <a:off x="7908945" y="3011887"/>
            <a:ext cx="1064408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2FD8C16-560A-E12A-D246-B4ABC7468C56}"/>
              </a:ext>
            </a:extLst>
          </p:cNvPr>
          <p:cNvCxnSpPr>
            <a:cxnSpLocks/>
          </p:cNvCxnSpPr>
          <p:nvPr/>
        </p:nvCxnSpPr>
        <p:spPr>
          <a:xfrm>
            <a:off x="7908945" y="3621487"/>
            <a:ext cx="1064408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E91D00-091E-0727-BCEB-B443915B0B3D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6215676" y="5281139"/>
            <a:ext cx="1932037" cy="16671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42E1499-C76D-BF7B-3039-0CF759018BB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6096000" y="5749440"/>
            <a:ext cx="2051714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135A803-CA5A-C8C2-D33F-F2E59F758CA8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254945" y="6038481"/>
            <a:ext cx="1892768" cy="181373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02DB92A5-1F80-21AA-2031-4BEB67A17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118" y="601409"/>
            <a:ext cx="9316765" cy="69875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85DDB8B-42A6-773A-3200-974CAA78B01B}"/>
              </a:ext>
            </a:extLst>
          </p:cNvPr>
          <p:cNvSpPr/>
          <p:nvPr/>
        </p:nvSpPr>
        <p:spPr>
          <a:xfrm>
            <a:off x="5900000" y="759786"/>
            <a:ext cx="880741" cy="372485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5AC705-BD60-66CE-2CC0-7EF0D17F1D0C}"/>
              </a:ext>
            </a:extLst>
          </p:cNvPr>
          <p:cNvSpPr/>
          <p:nvPr/>
        </p:nvSpPr>
        <p:spPr>
          <a:xfrm>
            <a:off x="7948521" y="759786"/>
            <a:ext cx="1337458" cy="372485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3E5F23-F346-72FD-B7B1-C15022F6172B}"/>
              </a:ext>
            </a:extLst>
          </p:cNvPr>
          <p:cNvSpPr/>
          <p:nvPr/>
        </p:nvSpPr>
        <p:spPr>
          <a:xfrm>
            <a:off x="10480205" y="771409"/>
            <a:ext cx="1337458" cy="372485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712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EB2FB-0ADF-3DCC-46F6-7C16F2131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8B5096-23F5-C706-EB44-4761DBCE6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625"/>
            <a:ext cx="12192000" cy="67127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C2B033-7A61-FE2D-D6F0-DFE6776864F4}"/>
              </a:ext>
            </a:extLst>
          </p:cNvPr>
          <p:cNvCxnSpPr>
            <a:cxnSpLocks/>
          </p:cNvCxnSpPr>
          <p:nvPr/>
        </p:nvCxnSpPr>
        <p:spPr>
          <a:xfrm flipV="1">
            <a:off x="5856648" y="2311244"/>
            <a:ext cx="2047583" cy="261184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6A73F6-9525-E411-6A58-3042B6122B0E}"/>
              </a:ext>
            </a:extLst>
          </p:cNvPr>
          <p:cNvCxnSpPr>
            <a:cxnSpLocks/>
          </p:cNvCxnSpPr>
          <p:nvPr/>
        </p:nvCxnSpPr>
        <p:spPr>
          <a:xfrm>
            <a:off x="5856648" y="5254412"/>
            <a:ext cx="2047583" cy="83223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BAA56DC-DDA7-1C8F-48B2-7802306DB31C}"/>
              </a:ext>
            </a:extLst>
          </p:cNvPr>
          <p:cNvSpPr/>
          <p:nvPr/>
        </p:nvSpPr>
        <p:spPr>
          <a:xfrm>
            <a:off x="3671542" y="4923092"/>
            <a:ext cx="2185106" cy="331320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4D02C-F8A6-0A19-0575-1CE82858B535}"/>
              </a:ext>
            </a:extLst>
          </p:cNvPr>
          <p:cNvSpPr/>
          <p:nvPr/>
        </p:nvSpPr>
        <p:spPr>
          <a:xfrm>
            <a:off x="8073216" y="636096"/>
            <a:ext cx="1905834" cy="331320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B863B6-82C3-68D4-E542-723DF5F318A5}"/>
              </a:ext>
            </a:extLst>
          </p:cNvPr>
          <p:cNvSpPr/>
          <p:nvPr/>
        </p:nvSpPr>
        <p:spPr>
          <a:xfrm>
            <a:off x="3615444" y="6454055"/>
            <a:ext cx="323201" cy="331320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962B58-2030-F2FC-5BDE-3AF301C58A8D}"/>
              </a:ext>
            </a:extLst>
          </p:cNvPr>
          <p:cNvSpPr/>
          <p:nvPr/>
        </p:nvSpPr>
        <p:spPr>
          <a:xfrm>
            <a:off x="5438017" y="4043036"/>
            <a:ext cx="2333815" cy="311253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coding_scheme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D2EA419-E663-2A9B-9C8B-8C564CA53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203" y="2267784"/>
            <a:ext cx="3886674" cy="3861759"/>
          </a:xfrm>
          <a:prstGeom prst="rect">
            <a:avLst/>
          </a:prstGeom>
          <a:ln w="38100">
            <a:solidFill>
              <a:srgbClr val="A5355C"/>
            </a:solidFill>
          </a:ln>
        </p:spPr>
      </p:pic>
    </p:spTree>
    <p:extLst>
      <p:ext uri="{BB962C8B-B14F-4D97-AF65-F5344CB8AC3E}">
        <p14:creationId xmlns:p14="http://schemas.microsoft.com/office/powerpoint/2010/main" val="1029399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DC0A8-2FF1-3005-5E95-9AEF17D2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EA4D54-E9D8-2C85-96B7-D9501F1CD7F4}"/>
              </a:ext>
            </a:extLst>
          </p:cNvPr>
          <p:cNvSpPr txBox="1"/>
          <p:nvPr/>
        </p:nvSpPr>
        <p:spPr>
          <a:xfrm>
            <a:off x="1688555" y="1250725"/>
            <a:ext cx="10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Client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10008-1A06-EE9A-5BFB-59A913C248A6}"/>
              </a:ext>
            </a:extLst>
          </p:cNvPr>
          <p:cNvSpPr txBox="1"/>
          <p:nvPr/>
        </p:nvSpPr>
        <p:spPr>
          <a:xfrm>
            <a:off x="9344085" y="1209123"/>
            <a:ext cx="1075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 descr="Datei:R logo.svg – Wikipedia">
            <a:extLst>
              <a:ext uri="{FF2B5EF4-FFF2-40B4-BE49-F238E27FC236}">
                <a16:creationId xmlns:a16="http://schemas.microsoft.com/office/drawing/2014/main" id="{CD291380-B67E-1E5B-AA64-83C8AA2B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94" y="2534936"/>
            <a:ext cx="1289352" cy="9992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593135-A968-E796-F779-4EB326D99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590" y="2551416"/>
            <a:ext cx="941346" cy="10007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9B5874-1EB5-AB04-A103-382A8F1F7C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936" y="2586941"/>
            <a:ext cx="895237" cy="8952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46BA43-30BD-179F-F3B9-090233ED01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6846" y="2754729"/>
            <a:ext cx="2481896" cy="582604"/>
          </a:xfrm>
          <a:prstGeom prst="rect">
            <a:avLst/>
          </a:prstGeom>
        </p:spPr>
      </p:pic>
      <p:pic>
        <p:nvPicPr>
          <p:cNvPr id="17" name="Picture 16" descr="Computer Server Icon PNG Transparent Background, Free Download #3705 -  FreeIconsPNG">
            <a:extLst>
              <a:ext uri="{FF2B5EF4-FFF2-40B4-BE49-F238E27FC236}">
                <a16:creationId xmlns:a16="http://schemas.microsoft.com/office/drawing/2014/main" id="{EA06791A-6B7B-7CFD-CEED-61DBE8E959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8049" y="2379217"/>
            <a:ext cx="1262667" cy="12626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612FC8B-0AC4-F85C-125A-9ABB6CED055F}"/>
              </a:ext>
            </a:extLst>
          </p:cNvPr>
          <p:cNvSpPr txBox="1"/>
          <p:nvPr/>
        </p:nvSpPr>
        <p:spPr>
          <a:xfrm>
            <a:off x="4987128" y="886350"/>
            <a:ext cx="23409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 Methods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5CF86E-405B-EDDD-CEF3-836C6590432D}"/>
              </a:ext>
            </a:extLst>
          </p:cNvPr>
          <p:cNvSpPr txBox="1"/>
          <p:nvPr/>
        </p:nvSpPr>
        <p:spPr>
          <a:xfrm>
            <a:off x="5403013" y="1540363"/>
            <a:ext cx="117045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GET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726268-4578-7755-9CDF-C7BDA40BF036}"/>
              </a:ext>
            </a:extLst>
          </p:cNvPr>
          <p:cNvSpPr txBox="1"/>
          <p:nvPr/>
        </p:nvSpPr>
        <p:spPr>
          <a:xfrm>
            <a:off x="5403013" y="3887339"/>
            <a:ext cx="117045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DELETE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3D21CE-B44C-079B-9F16-7673AF5E8BB5}"/>
              </a:ext>
            </a:extLst>
          </p:cNvPr>
          <p:cNvSpPr txBox="1"/>
          <p:nvPr/>
        </p:nvSpPr>
        <p:spPr>
          <a:xfrm>
            <a:off x="5403013" y="2127107"/>
            <a:ext cx="117045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CC9567-0D8C-CF08-BAB9-8B390D149755}"/>
              </a:ext>
            </a:extLst>
          </p:cNvPr>
          <p:cNvSpPr txBox="1"/>
          <p:nvPr/>
        </p:nvSpPr>
        <p:spPr>
          <a:xfrm>
            <a:off x="5403013" y="2713851"/>
            <a:ext cx="117045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250941-AB68-9E41-7829-1420FF4BBD43}"/>
              </a:ext>
            </a:extLst>
          </p:cNvPr>
          <p:cNvSpPr txBox="1"/>
          <p:nvPr/>
        </p:nvSpPr>
        <p:spPr>
          <a:xfrm>
            <a:off x="5403013" y="3300595"/>
            <a:ext cx="117045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PATCH</a:t>
            </a:r>
            <a:endParaRPr lang="de-DE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FF362E-A200-6788-A43A-B22F69B40C20}"/>
              </a:ext>
            </a:extLst>
          </p:cNvPr>
          <p:cNvSpPr/>
          <p:nvPr/>
        </p:nvSpPr>
        <p:spPr>
          <a:xfrm>
            <a:off x="355021" y="1183572"/>
            <a:ext cx="3635923" cy="292832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0FFD56-E322-D260-3A04-2C1F1EBC0253}"/>
              </a:ext>
            </a:extLst>
          </p:cNvPr>
          <p:cNvSpPr/>
          <p:nvPr/>
        </p:nvSpPr>
        <p:spPr>
          <a:xfrm>
            <a:off x="8018049" y="1183572"/>
            <a:ext cx="3635923" cy="292832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Arrow: Left-Right 30">
            <a:extLst>
              <a:ext uri="{FF2B5EF4-FFF2-40B4-BE49-F238E27FC236}">
                <a16:creationId xmlns:a16="http://schemas.microsoft.com/office/drawing/2014/main" id="{1FB4E829-BE1E-715C-1641-E7B5E4315495}"/>
              </a:ext>
            </a:extLst>
          </p:cNvPr>
          <p:cNvSpPr/>
          <p:nvPr/>
        </p:nvSpPr>
        <p:spPr>
          <a:xfrm>
            <a:off x="4110347" y="2221487"/>
            <a:ext cx="1130895" cy="650739"/>
          </a:xfrm>
          <a:prstGeom prst="left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JSON</a:t>
            </a:r>
            <a:endParaRPr lang="de-DE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14AFAD-7EAB-E5C7-783A-14DFDE441E65}"/>
              </a:ext>
            </a:extLst>
          </p:cNvPr>
          <p:cNvSpPr txBox="1"/>
          <p:nvPr/>
        </p:nvSpPr>
        <p:spPr>
          <a:xfrm>
            <a:off x="1305635" y="1665442"/>
            <a:ext cx="1877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Browser or R</a:t>
            </a:r>
            <a:endParaRPr lang="de-D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48A3FE-BBB9-5E55-F51A-5EC9635C8F8F}"/>
              </a:ext>
            </a:extLst>
          </p:cNvPr>
          <p:cNvSpPr txBox="1"/>
          <p:nvPr/>
        </p:nvSpPr>
        <p:spPr>
          <a:xfrm>
            <a:off x="8123013" y="1659159"/>
            <a:ext cx="3517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IQB Studio/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Testcenter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API</a:t>
            </a:r>
            <a:endParaRPr lang="de-D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11A53870-C727-3B0B-D270-90ED6D2C5B11}"/>
              </a:ext>
            </a:extLst>
          </p:cNvPr>
          <p:cNvSpPr/>
          <p:nvPr/>
        </p:nvSpPr>
        <p:spPr>
          <a:xfrm>
            <a:off x="6762594" y="2221487"/>
            <a:ext cx="1130895" cy="650739"/>
          </a:xfrm>
          <a:prstGeom prst="left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HTTP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371757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8F3376-E36D-673A-D35F-683D7C10F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48" y="1876129"/>
            <a:ext cx="11400503" cy="29834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32DCBAE-F146-8F3A-58EA-BD3DFB362ED8}"/>
              </a:ext>
            </a:extLst>
          </p:cNvPr>
          <p:cNvSpPr/>
          <p:nvPr/>
        </p:nvSpPr>
        <p:spPr>
          <a:xfrm>
            <a:off x="5919584" y="368787"/>
            <a:ext cx="6094769" cy="389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The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browser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asked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the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IQB Studio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server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for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the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b="1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unit</a:t>
            </a:r>
            <a:r>
              <a:rPr lang="de-DE" b="1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b="1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list</a:t>
            </a:r>
            <a:r>
              <a:rPr lang="de-DE" b="1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b="1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of</a:t>
            </a:r>
            <a:r>
              <a:rPr lang="de-DE" b="1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b="1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workspace</a:t>
            </a:r>
            <a:r>
              <a:rPr lang="de-DE" b="1" dirty="0">
                <a:solidFill>
                  <a:srgbClr val="A5355C"/>
                </a:solidFill>
                <a:latin typeface="Lucida Console" panose="020B0609040504020204" pitchFamily="49" charset="0"/>
              </a:rPr>
              <a:t> 1300.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CB64A0-3CE4-6862-6924-CC5AF4ECAFB8}"/>
              </a:ext>
            </a:extLst>
          </p:cNvPr>
          <p:cNvSpPr/>
          <p:nvPr/>
        </p:nvSpPr>
        <p:spPr>
          <a:xfrm>
            <a:off x="3142725" y="1082490"/>
            <a:ext cx="6094769" cy="389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This was a GET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request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5EF8F14-C558-770D-C224-CB5312307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143" y="5048740"/>
            <a:ext cx="4637107" cy="1492305"/>
          </a:xfrm>
          <a:prstGeom prst="rect">
            <a:avLst/>
          </a:prstGeom>
        </p:spPr>
      </p:pic>
      <p:pic>
        <p:nvPicPr>
          <p:cNvPr id="12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8CBCAC21-42BD-80C7-9B51-EB3EB25874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8577812" y="5926209"/>
            <a:ext cx="2726188" cy="36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E5715BD-A90C-2338-2B3E-283FE914DCA3}"/>
              </a:ext>
            </a:extLst>
          </p:cNvPr>
          <p:cNvSpPr/>
          <p:nvPr/>
        </p:nvSpPr>
        <p:spPr>
          <a:xfrm>
            <a:off x="7382518" y="5920649"/>
            <a:ext cx="4358827" cy="568563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945201-B53C-55B8-27AC-9C56A4149EAF}"/>
              </a:ext>
            </a:extLst>
          </p:cNvPr>
          <p:cNvSpPr/>
          <p:nvPr/>
        </p:nvSpPr>
        <p:spPr>
          <a:xfrm>
            <a:off x="7233775" y="3733811"/>
            <a:ext cx="524600" cy="204280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11ECE2-32D1-DCEC-6D1E-7B3C65F57FDE}"/>
              </a:ext>
            </a:extLst>
          </p:cNvPr>
          <p:cNvSpPr/>
          <p:nvPr/>
        </p:nvSpPr>
        <p:spPr>
          <a:xfrm>
            <a:off x="7758375" y="4210742"/>
            <a:ext cx="1267819" cy="204280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CE1C54-6B68-0130-2D72-E14F42404535}"/>
              </a:ext>
            </a:extLst>
          </p:cNvPr>
          <p:cNvCxnSpPr>
            <a:cxnSpLocks/>
          </p:cNvCxnSpPr>
          <p:nvPr/>
        </p:nvCxnSpPr>
        <p:spPr>
          <a:xfrm flipH="1">
            <a:off x="6614878" y="6187407"/>
            <a:ext cx="767640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A5865E-3CD4-65B7-8E26-86DC1BEC8952}"/>
              </a:ext>
            </a:extLst>
          </p:cNvPr>
          <p:cNvCxnSpPr>
            <a:cxnSpLocks/>
          </p:cNvCxnSpPr>
          <p:nvPr/>
        </p:nvCxnSpPr>
        <p:spPr>
          <a:xfrm flipV="1">
            <a:off x="7522763" y="1520260"/>
            <a:ext cx="0" cy="2213551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B41D82-FE1D-DD54-7368-41964757AB11}"/>
              </a:ext>
            </a:extLst>
          </p:cNvPr>
          <p:cNvCxnSpPr>
            <a:cxnSpLocks/>
          </p:cNvCxnSpPr>
          <p:nvPr/>
        </p:nvCxnSpPr>
        <p:spPr>
          <a:xfrm flipV="1">
            <a:off x="8746638" y="1009767"/>
            <a:ext cx="0" cy="3200975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28CA26A6-5F4C-2276-3174-B9C302746920}"/>
              </a:ext>
            </a:extLst>
          </p:cNvPr>
          <p:cNvSpPr/>
          <p:nvPr/>
        </p:nvSpPr>
        <p:spPr>
          <a:xfrm>
            <a:off x="2772198" y="2786785"/>
            <a:ext cx="1221992" cy="231295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D7872B-C566-8826-8E4E-9D145B1C23A1}"/>
              </a:ext>
            </a:extLst>
          </p:cNvPr>
          <p:cNvSpPr/>
          <p:nvPr/>
        </p:nvSpPr>
        <p:spPr>
          <a:xfrm>
            <a:off x="4100468" y="6049303"/>
            <a:ext cx="2333815" cy="311253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Authorization</a:t>
            </a:r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97D6DDA-AC70-20C2-DA1F-9D0A049FFC3D}"/>
              </a:ext>
            </a:extLst>
          </p:cNvPr>
          <p:cNvSpPr/>
          <p:nvPr/>
        </p:nvSpPr>
        <p:spPr>
          <a:xfrm>
            <a:off x="701944" y="5608645"/>
            <a:ext cx="6094769" cy="389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This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is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the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b="1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access</a:t>
            </a:r>
            <a:r>
              <a:rPr lang="de-DE" b="1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b="1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token</a:t>
            </a:r>
            <a:r>
              <a:rPr lang="de-DE" b="1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of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the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session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.</a:t>
            </a:r>
          </a:p>
        </p:txBody>
      </p:sp>
      <p:pic>
        <p:nvPicPr>
          <p:cNvPr id="2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92505B88-7294-A150-14F8-9ADEDAC93D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8746638" y="5940905"/>
            <a:ext cx="2726188" cy="368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924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442DB-AD92-3270-0449-459F32EBE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E3FD8E-5AFD-C101-4AF8-64FD2EE29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45" y="189009"/>
            <a:ext cx="8572030" cy="6479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7C5886-D8D8-C2DA-5E23-E9636873A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942" y="376060"/>
            <a:ext cx="2514618" cy="34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63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767504-0765-E71F-E292-EFB01F5FB9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783"/>
          <a:stretch>
            <a:fillRect/>
          </a:stretch>
        </p:blipFill>
        <p:spPr>
          <a:xfrm>
            <a:off x="4778930" y="1015475"/>
            <a:ext cx="3105356" cy="3999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E2F94F-1E97-AB42-6663-218B397677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343"/>
          <a:stretch>
            <a:fillRect/>
          </a:stretch>
        </p:blipFill>
        <p:spPr>
          <a:xfrm>
            <a:off x="8584683" y="1015475"/>
            <a:ext cx="2999586" cy="357335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705856-488A-EA00-71A3-622631411574}"/>
              </a:ext>
            </a:extLst>
          </p:cNvPr>
          <p:cNvSpPr/>
          <p:nvPr/>
        </p:nvSpPr>
        <p:spPr>
          <a:xfrm>
            <a:off x="5367333" y="590878"/>
            <a:ext cx="1928549" cy="389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Request: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06A8FA-EBEC-D7CF-DE2C-307D46CCAC12}"/>
              </a:ext>
            </a:extLst>
          </p:cNvPr>
          <p:cNvSpPr/>
          <p:nvPr/>
        </p:nvSpPr>
        <p:spPr>
          <a:xfrm>
            <a:off x="9331287" y="598369"/>
            <a:ext cx="1928550" cy="389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Result</a:t>
            </a:r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49A7B7-4219-2B22-59C0-352FE6141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90" y="1015475"/>
            <a:ext cx="3662783" cy="28675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AA732B1-49AE-6D2E-7B9A-EC5E5B251849}"/>
              </a:ext>
            </a:extLst>
          </p:cNvPr>
          <p:cNvSpPr/>
          <p:nvPr/>
        </p:nvSpPr>
        <p:spPr>
          <a:xfrm>
            <a:off x="1495006" y="598369"/>
            <a:ext cx="1928549" cy="38961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A5355C"/>
                </a:solidFill>
                <a:latin typeface="Lucida Console" panose="020B0609040504020204" pitchFamily="49" charset="0"/>
              </a:rPr>
              <a:t>IQB-Studio: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C57AB3-D7EF-D893-5684-36F277DAAA2C}"/>
              </a:ext>
            </a:extLst>
          </p:cNvPr>
          <p:cNvSpPr/>
          <p:nvPr/>
        </p:nvSpPr>
        <p:spPr>
          <a:xfrm>
            <a:off x="4784539" y="1428274"/>
            <a:ext cx="3013104" cy="204182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FDFFBC-C785-D20D-86D4-0AC845EF9DC3}"/>
              </a:ext>
            </a:extLst>
          </p:cNvPr>
          <p:cNvSpPr/>
          <p:nvPr/>
        </p:nvSpPr>
        <p:spPr>
          <a:xfrm>
            <a:off x="10237914" y="1015475"/>
            <a:ext cx="504884" cy="224294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46978A-D06B-6ADB-4465-0B8181D6085A}"/>
              </a:ext>
            </a:extLst>
          </p:cNvPr>
          <p:cNvSpPr/>
          <p:nvPr/>
        </p:nvSpPr>
        <p:spPr>
          <a:xfrm>
            <a:off x="5060989" y="1015475"/>
            <a:ext cx="504884" cy="224294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AD94AE-BFF1-D627-76E4-8CEB27C34E1E}"/>
              </a:ext>
            </a:extLst>
          </p:cNvPr>
          <p:cNvSpPr/>
          <p:nvPr/>
        </p:nvSpPr>
        <p:spPr>
          <a:xfrm>
            <a:off x="579680" y="2337099"/>
            <a:ext cx="1282777" cy="243416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AA0D11-8369-34FD-73D6-7DC39C402450}"/>
              </a:ext>
            </a:extLst>
          </p:cNvPr>
          <p:cNvSpPr/>
          <p:nvPr/>
        </p:nvSpPr>
        <p:spPr>
          <a:xfrm>
            <a:off x="1862458" y="1286949"/>
            <a:ext cx="948060" cy="243416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pic>
        <p:nvPicPr>
          <p:cNvPr id="18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EB3EA98E-1906-5969-9881-95C01800E2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6291091" y="4546195"/>
            <a:ext cx="1512592" cy="34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85C97190-CD54-D6B1-74AB-89BB42D34C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9690177" y="4365934"/>
            <a:ext cx="458197" cy="10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2FDA3367-3E85-4BFA-6EB3-B4D9EF7045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9716321" y="3345683"/>
            <a:ext cx="521593" cy="10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1D1D4BDF-7370-EBDF-0A2F-BED1029150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6443491" y="4541518"/>
            <a:ext cx="1512592" cy="34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079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22C84B-CEC9-6D0A-FCDE-99F2497D9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03" y="764445"/>
            <a:ext cx="5553116" cy="507686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62EB4E-33E9-B2B4-BA52-C54D56557FCC}"/>
              </a:ext>
            </a:extLst>
          </p:cNvPr>
          <p:cNvSpPr/>
          <p:nvPr/>
        </p:nvSpPr>
        <p:spPr>
          <a:xfrm>
            <a:off x="1004428" y="4425155"/>
            <a:ext cx="1051396" cy="487154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F44DFCB-B62B-A3A4-9A79-27CEFA979D0D}"/>
              </a:ext>
            </a:extLst>
          </p:cNvPr>
          <p:cNvSpPr/>
          <p:nvPr/>
        </p:nvSpPr>
        <p:spPr>
          <a:xfrm>
            <a:off x="1004428" y="3429000"/>
            <a:ext cx="1051396" cy="487154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789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7ABE-C9A4-9FE8-5345-CB6E0876D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3F3C82-8AF2-60E3-E581-334B8C08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83" y="1280611"/>
            <a:ext cx="11264510" cy="208327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C43C8E0-1D3D-7C5B-0AB9-38DE10146176}"/>
              </a:ext>
            </a:extLst>
          </p:cNvPr>
          <p:cNvSpPr/>
          <p:nvPr/>
        </p:nvSpPr>
        <p:spPr>
          <a:xfrm>
            <a:off x="7281812" y="2173616"/>
            <a:ext cx="3253422" cy="227385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170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9932-1307-BEA3-8E3B-B81770718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D9DB3A-1FDE-6EB8-4700-1A1F28F5A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706" y="537221"/>
            <a:ext cx="5970804" cy="593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00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4E9670-4EB3-F5E4-C9C8-E26E62F14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64" y="209526"/>
            <a:ext cx="8277286" cy="64389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008AAB-67AD-3B34-3912-2981FC9F1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981" y="1817912"/>
            <a:ext cx="2886096" cy="6096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9698AC-C17F-5F3B-7B05-4131A36B8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872" y="4927602"/>
            <a:ext cx="5053774" cy="1493160"/>
          </a:xfrm>
          <a:prstGeom prst="rect">
            <a:avLst/>
          </a:prstGeom>
          <a:ln w="38100">
            <a:solidFill>
              <a:srgbClr val="A5355C"/>
            </a:solidFill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BB9F58C-E9CC-BDBB-15A9-4E71FE4BEA4E}"/>
              </a:ext>
            </a:extLst>
          </p:cNvPr>
          <p:cNvSpPr/>
          <p:nvPr/>
        </p:nvSpPr>
        <p:spPr>
          <a:xfrm>
            <a:off x="5147940" y="4748205"/>
            <a:ext cx="770416" cy="334287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71C558-50C1-0F06-CA2D-42FB73373944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6095999" y="4927602"/>
            <a:ext cx="645873" cy="1079611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3DB7394-7D13-DCF9-0F5D-85A21ACC286F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6095999" y="6007213"/>
            <a:ext cx="645873" cy="413549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34C1D66-C95E-1ACF-C755-EFB9295D269F}"/>
              </a:ext>
            </a:extLst>
          </p:cNvPr>
          <p:cNvSpPr/>
          <p:nvPr/>
        </p:nvSpPr>
        <p:spPr>
          <a:xfrm>
            <a:off x="3707820" y="5507038"/>
            <a:ext cx="2388179" cy="1000349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pic>
        <p:nvPicPr>
          <p:cNvPr id="27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6C5D8657-C78A-3580-CA03-573DD042D8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4348382" y="6322979"/>
            <a:ext cx="724378" cy="9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63C02A0C-4DE5-7E3C-214A-AC6A94247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4348382" y="6344630"/>
            <a:ext cx="724378" cy="9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Stock-Vektorgrafik „Censor blur effect texture. Skin tone colored pixel  mosaic pattern to hide face, body, text or another unwanted content.  Parental control concept“ | Adobe Stock">
            <a:extLst>
              <a:ext uri="{FF2B5EF4-FFF2-40B4-BE49-F238E27FC236}">
                <a16:creationId xmlns:a16="http://schemas.microsoft.com/office/drawing/2014/main" id="{AC7A8D69-F975-A6C3-3DA4-F82C94E5BE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9" t="21339" r="14035" b="20226"/>
          <a:stretch>
            <a:fillRect/>
          </a:stretch>
        </p:blipFill>
        <p:spPr bwMode="auto">
          <a:xfrm>
            <a:off x="4124265" y="6115945"/>
            <a:ext cx="281000" cy="163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296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4DC953-79DA-A1C3-4EA6-10BA35280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78" y="2029310"/>
            <a:ext cx="5372139" cy="25336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B7A002-7EB6-6A72-13A4-4A36F61B0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885" y="2029310"/>
            <a:ext cx="5467390" cy="250509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23259AF-4EEF-B8C1-9DA4-A8CCB5DFCCC5}"/>
              </a:ext>
            </a:extLst>
          </p:cNvPr>
          <p:cNvCxnSpPr>
            <a:cxnSpLocks/>
          </p:cNvCxnSpPr>
          <p:nvPr/>
        </p:nvCxnSpPr>
        <p:spPr>
          <a:xfrm>
            <a:off x="2002971" y="3684927"/>
            <a:ext cx="4717143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D45C550-0468-64A1-36D8-279AB26C499E}"/>
              </a:ext>
            </a:extLst>
          </p:cNvPr>
          <p:cNvSpPr/>
          <p:nvPr/>
        </p:nvSpPr>
        <p:spPr>
          <a:xfrm>
            <a:off x="856023" y="3429000"/>
            <a:ext cx="943747" cy="439056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399A9B-3BA3-02B9-5FAA-AAAF4B05E9A3}"/>
              </a:ext>
            </a:extLst>
          </p:cNvPr>
          <p:cNvSpPr/>
          <p:nvPr/>
        </p:nvSpPr>
        <p:spPr>
          <a:xfrm>
            <a:off x="6816008" y="3429000"/>
            <a:ext cx="943747" cy="439056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994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70927AB-21DB-217F-8DBC-CC832B3CB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37" y="448556"/>
            <a:ext cx="11406188" cy="6023766"/>
          </a:xfrm>
          <a:prstGeom prst="rect">
            <a:avLst/>
          </a:prstGeom>
        </p:spPr>
      </p:pic>
      <p:cxnSp>
        <p:nvCxnSpPr>
          <p:cNvPr id="6" name="Straight Arrow Connector 15">
            <a:extLst>
              <a:ext uri="{FF2B5EF4-FFF2-40B4-BE49-F238E27FC236}">
                <a16:creationId xmlns:a16="http://schemas.microsoft.com/office/drawing/2014/main" id="{ACC50862-F120-A60B-6EE2-1B50815F3B72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923890" y="1131435"/>
            <a:ext cx="4192014" cy="4682861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18">
            <a:extLst>
              <a:ext uri="{FF2B5EF4-FFF2-40B4-BE49-F238E27FC236}">
                <a16:creationId xmlns:a16="http://schemas.microsoft.com/office/drawing/2014/main" id="{26B92848-9933-9862-1718-A8D71D09B1BC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2923890" y="4500360"/>
            <a:ext cx="4192014" cy="1313936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 22">
            <a:extLst>
              <a:ext uri="{FF2B5EF4-FFF2-40B4-BE49-F238E27FC236}">
                <a16:creationId xmlns:a16="http://schemas.microsoft.com/office/drawing/2014/main" id="{F6778131-1B5B-C490-E291-E597FF2F0B5A}"/>
              </a:ext>
            </a:extLst>
          </p:cNvPr>
          <p:cNvSpPr/>
          <p:nvPr/>
        </p:nvSpPr>
        <p:spPr>
          <a:xfrm>
            <a:off x="2421089" y="5682253"/>
            <a:ext cx="502801" cy="264085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7904673-7BCA-E7D8-D45D-BD11E2AE75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6" t="25822" r="36283" b="25228"/>
          <a:stretch>
            <a:fillRect/>
          </a:stretch>
        </p:blipFill>
        <p:spPr>
          <a:xfrm>
            <a:off x="7097041" y="1100270"/>
            <a:ext cx="3595522" cy="3400090"/>
          </a:xfrm>
          <a:prstGeom prst="rect">
            <a:avLst/>
          </a:prstGeom>
        </p:spPr>
      </p:pic>
      <p:sp>
        <p:nvSpPr>
          <p:cNvPr id="21" name="Rectangle 22">
            <a:extLst>
              <a:ext uri="{FF2B5EF4-FFF2-40B4-BE49-F238E27FC236}">
                <a16:creationId xmlns:a16="http://schemas.microsoft.com/office/drawing/2014/main" id="{F5E94A35-0716-D0EC-277D-F95F9E0B7FE7}"/>
              </a:ext>
            </a:extLst>
          </p:cNvPr>
          <p:cNvSpPr/>
          <p:nvPr/>
        </p:nvSpPr>
        <p:spPr>
          <a:xfrm>
            <a:off x="1828801" y="6309360"/>
            <a:ext cx="515970" cy="162962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26C27733-D923-42F7-EB54-5E675E21BCC8}"/>
              </a:ext>
            </a:extLst>
          </p:cNvPr>
          <p:cNvSpPr/>
          <p:nvPr/>
        </p:nvSpPr>
        <p:spPr>
          <a:xfrm>
            <a:off x="7086346" y="3329013"/>
            <a:ext cx="1142323" cy="287703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unit_keys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4" name="Straight Arrow Connector 8">
            <a:extLst>
              <a:ext uri="{FF2B5EF4-FFF2-40B4-BE49-F238E27FC236}">
                <a16:creationId xmlns:a16="http://schemas.microsoft.com/office/drawing/2014/main" id="{872377B0-07BA-44F2-14FA-CA0CF99CFCEA}"/>
              </a:ext>
            </a:extLst>
          </p:cNvPr>
          <p:cNvCxnSpPr>
            <a:cxnSpLocks/>
            <a:stCxn id="41" idx="2"/>
            <a:endCxn id="23" idx="0"/>
          </p:cNvCxnSpPr>
          <p:nvPr/>
        </p:nvCxnSpPr>
        <p:spPr>
          <a:xfrm flipH="1">
            <a:off x="7657508" y="2800315"/>
            <a:ext cx="1" cy="52869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 3">
            <a:extLst>
              <a:ext uri="{FF2B5EF4-FFF2-40B4-BE49-F238E27FC236}">
                <a16:creationId xmlns:a16="http://schemas.microsoft.com/office/drawing/2014/main" id="{CBE2C216-E03B-C189-3CF2-C1CEE90A0DB2}"/>
              </a:ext>
            </a:extLst>
          </p:cNvPr>
          <p:cNvSpPr/>
          <p:nvPr/>
        </p:nvSpPr>
        <p:spPr>
          <a:xfrm>
            <a:off x="7396843" y="2133938"/>
            <a:ext cx="521331" cy="666377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7A5C4CC8-FAAF-0A71-F790-2B73CFFAFAF3}"/>
              </a:ext>
            </a:extLst>
          </p:cNvPr>
          <p:cNvSpPr/>
          <p:nvPr/>
        </p:nvSpPr>
        <p:spPr>
          <a:xfrm>
            <a:off x="10773018" y="455522"/>
            <a:ext cx="708868" cy="196281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34FF697D-6FEB-45D3-1EE5-D93949C547F2}"/>
              </a:ext>
            </a:extLst>
          </p:cNvPr>
          <p:cNvSpPr/>
          <p:nvPr/>
        </p:nvSpPr>
        <p:spPr>
          <a:xfrm>
            <a:off x="452436" y="1208076"/>
            <a:ext cx="2471447" cy="601023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72" name="Rectangle 22">
            <a:extLst>
              <a:ext uri="{FF2B5EF4-FFF2-40B4-BE49-F238E27FC236}">
                <a16:creationId xmlns:a16="http://schemas.microsoft.com/office/drawing/2014/main" id="{92EECC87-A488-C5F9-360E-C172C653C57E}"/>
              </a:ext>
            </a:extLst>
          </p:cNvPr>
          <p:cNvSpPr/>
          <p:nvPr/>
        </p:nvSpPr>
        <p:spPr>
          <a:xfrm>
            <a:off x="1770434" y="5418169"/>
            <a:ext cx="650655" cy="162962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82" name="Rectangle 2">
            <a:extLst>
              <a:ext uri="{FF2B5EF4-FFF2-40B4-BE49-F238E27FC236}">
                <a16:creationId xmlns:a16="http://schemas.microsoft.com/office/drawing/2014/main" id="{34A3964A-E9DD-1E54-2808-1796143DE388}"/>
              </a:ext>
            </a:extLst>
          </p:cNvPr>
          <p:cNvSpPr/>
          <p:nvPr/>
        </p:nvSpPr>
        <p:spPr>
          <a:xfrm>
            <a:off x="10673163" y="1334514"/>
            <a:ext cx="1325932" cy="265105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5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workspace</a:t>
            </a:r>
            <a:endParaRPr lang="de-DE" sz="15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83" name="Straight Arrow Connector 8">
            <a:extLst>
              <a:ext uri="{FF2B5EF4-FFF2-40B4-BE49-F238E27FC236}">
                <a16:creationId xmlns:a16="http://schemas.microsoft.com/office/drawing/2014/main" id="{0ECB661E-2607-FDB2-5264-4036C08A6BBB}"/>
              </a:ext>
            </a:extLst>
          </p:cNvPr>
          <p:cNvCxnSpPr>
            <a:cxnSpLocks/>
          </p:cNvCxnSpPr>
          <p:nvPr/>
        </p:nvCxnSpPr>
        <p:spPr>
          <a:xfrm>
            <a:off x="11336129" y="689113"/>
            <a:ext cx="0" cy="64719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4" name="Rectangle 3">
            <a:extLst>
              <a:ext uri="{FF2B5EF4-FFF2-40B4-BE49-F238E27FC236}">
                <a16:creationId xmlns:a16="http://schemas.microsoft.com/office/drawing/2014/main" id="{D62C80BD-6CF7-0F83-DBB8-6F7180B218C9}"/>
              </a:ext>
            </a:extLst>
          </p:cNvPr>
          <p:cNvSpPr/>
          <p:nvPr/>
        </p:nvSpPr>
        <p:spPr>
          <a:xfrm>
            <a:off x="9697534" y="3839560"/>
            <a:ext cx="324934" cy="2362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1FB2073E-F144-24C4-F7D0-ED5B561B213E}"/>
              </a:ext>
            </a:extLst>
          </p:cNvPr>
          <p:cNvSpPr/>
          <p:nvPr/>
        </p:nvSpPr>
        <p:spPr>
          <a:xfrm>
            <a:off x="9362440" y="3839559"/>
            <a:ext cx="324934" cy="2362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86" name="Straight Arrow Connector 8">
            <a:extLst>
              <a:ext uri="{FF2B5EF4-FFF2-40B4-BE49-F238E27FC236}">
                <a16:creationId xmlns:a16="http://schemas.microsoft.com/office/drawing/2014/main" id="{146189E5-B742-E179-7AD2-E6617AC1BED5}"/>
              </a:ext>
            </a:extLst>
          </p:cNvPr>
          <p:cNvCxnSpPr>
            <a:cxnSpLocks/>
            <a:stCxn id="84" idx="3"/>
          </p:cNvCxnSpPr>
          <p:nvPr/>
        </p:nvCxnSpPr>
        <p:spPr>
          <a:xfrm>
            <a:off x="10022468" y="3957666"/>
            <a:ext cx="576421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7" name="Straight Arrow Connector 8">
            <a:extLst>
              <a:ext uri="{FF2B5EF4-FFF2-40B4-BE49-F238E27FC236}">
                <a16:creationId xmlns:a16="http://schemas.microsoft.com/office/drawing/2014/main" id="{8B70B8E9-DC7D-6150-996D-891EB0C85C7F}"/>
              </a:ext>
            </a:extLst>
          </p:cNvPr>
          <p:cNvCxnSpPr>
            <a:cxnSpLocks/>
            <a:stCxn id="85" idx="1"/>
          </p:cNvCxnSpPr>
          <p:nvPr/>
        </p:nvCxnSpPr>
        <p:spPr>
          <a:xfrm flipH="1" flipV="1">
            <a:off x="8757822" y="3957664"/>
            <a:ext cx="604618" cy="1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2" name="Rectangle 3">
            <a:extLst>
              <a:ext uri="{FF2B5EF4-FFF2-40B4-BE49-F238E27FC236}">
                <a16:creationId xmlns:a16="http://schemas.microsoft.com/office/drawing/2014/main" id="{9BA13C84-3C1D-3B3F-C23F-CE854879A57E}"/>
              </a:ext>
            </a:extLst>
          </p:cNvPr>
          <p:cNvSpPr/>
          <p:nvPr/>
        </p:nvSpPr>
        <p:spPr>
          <a:xfrm>
            <a:off x="7614246" y="3813812"/>
            <a:ext cx="1142323" cy="287703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 err="1">
                <a:solidFill>
                  <a:schemeClr val="accent1"/>
                </a:solidFill>
                <a:latin typeface="Lucida Console" panose="020B0609040504020204" pitchFamily="49" charset="0"/>
              </a:rPr>
              <a:t>Codebook</a:t>
            </a:r>
            <a:endParaRPr lang="de-DE" sz="1400" b="1" dirty="0">
              <a:solidFill>
                <a:schemeClr val="accent1"/>
              </a:solidFill>
              <a:latin typeface="Lucida Console" panose="020B0609040504020204" pitchFamily="49" charset="0"/>
            </a:endParaRPr>
          </a:p>
        </p:txBody>
      </p:sp>
      <p:sp>
        <p:nvSpPr>
          <p:cNvPr id="93" name="Rectangle 3">
            <a:extLst>
              <a:ext uri="{FF2B5EF4-FFF2-40B4-BE49-F238E27FC236}">
                <a16:creationId xmlns:a16="http://schemas.microsoft.com/office/drawing/2014/main" id="{7C548DCD-BD3F-735B-F9BE-859423058BAA}"/>
              </a:ext>
            </a:extLst>
          </p:cNvPr>
          <p:cNvSpPr/>
          <p:nvPr/>
        </p:nvSpPr>
        <p:spPr>
          <a:xfrm>
            <a:off x="10581228" y="3813811"/>
            <a:ext cx="1523418" cy="287703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 err="1">
                <a:solidFill>
                  <a:schemeClr val="accent1"/>
                </a:solidFill>
                <a:latin typeface="Lucida Console" panose="020B0609040504020204" pitchFamily="49" charset="0"/>
              </a:rPr>
              <a:t>Kodiermanual</a:t>
            </a:r>
            <a:endParaRPr lang="de-DE" sz="1400" b="1" dirty="0">
              <a:solidFill>
                <a:schemeClr val="accent1"/>
              </a:solidFill>
              <a:latin typeface="Lucida Console" panose="020B0609040504020204" pitchFamily="49" charset="0"/>
            </a:endParaRPr>
          </a:p>
        </p:txBody>
      </p:sp>
      <p:pic>
        <p:nvPicPr>
          <p:cNvPr id="95" name="Grafik 94">
            <a:extLst>
              <a:ext uri="{FF2B5EF4-FFF2-40B4-BE49-F238E27FC236}">
                <a16:creationId xmlns:a16="http://schemas.microsoft.com/office/drawing/2014/main" id="{9D9A7B61-901A-1BFD-4693-1EDF3541AC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69" y="152803"/>
            <a:ext cx="7772400" cy="309625"/>
          </a:xfrm>
          <a:prstGeom prst="rect">
            <a:avLst/>
          </a:prstGeom>
        </p:spPr>
      </p:pic>
      <p:sp>
        <p:nvSpPr>
          <p:cNvPr id="96" name="Rectangle 3">
            <a:extLst>
              <a:ext uri="{FF2B5EF4-FFF2-40B4-BE49-F238E27FC236}">
                <a16:creationId xmlns:a16="http://schemas.microsoft.com/office/drawing/2014/main" id="{AE6708A6-4EF8-1F2D-D3D0-B82FAFDF0081}"/>
              </a:ext>
            </a:extLst>
          </p:cNvPr>
          <p:cNvSpPr/>
          <p:nvPr/>
        </p:nvSpPr>
        <p:spPr>
          <a:xfrm>
            <a:off x="2770224" y="155011"/>
            <a:ext cx="466272" cy="230668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FADE0B8A-66AF-7B49-C9B2-4309797D5C8F}"/>
              </a:ext>
            </a:extLst>
          </p:cNvPr>
          <p:cNvSpPr/>
          <p:nvPr/>
        </p:nvSpPr>
        <p:spPr>
          <a:xfrm>
            <a:off x="3788330" y="135514"/>
            <a:ext cx="1325932" cy="265105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5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workspace</a:t>
            </a:r>
            <a:endParaRPr lang="de-DE" sz="15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45" name="Straight Arrow Connector 8">
            <a:extLst>
              <a:ext uri="{FF2B5EF4-FFF2-40B4-BE49-F238E27FC236}">
                <a16:creationId xmlns:a16="http://schemas.microsoft.com/office/drawing/2014/main" id="{8D042F05-363D-751A-9E61-06BF8194F676}"/>
              </a:ext>
            </a:extLst>
          </p:cNvPr>
          <p:cNvCxnSpPr>
            <a:cxnSpLocks/>
          </p:cNvCxnSpPr>
          <p:nvPr/>
        </p:nvCxnSpPr>
        <p:spPr>
          <a:xfrm>
            <a:off x="3236496" y="283450"/>
            <a:ext cx="556698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Gerade Verbindung 2">
            <a:extLst>
              <a:ext uri="{FF2B5EF4-FFF2-40B4-BE49-F238E27FC236}">
                <a16:creationId xmlns:a16="http://schemas.microsoft.com/office/drawing/2014/main" id="{97759E56-296B-1B6E-527D-0925976347B0}"/>
              </a:ext>
            </a:extLst>
          </p:cNvPr>
          <p:cNvCxnSpPr/>
          <p:nvPr/>
        </p:nvCxnSpPr>
        <p:spPr>
          <a:xfrm flipV="1">
            <a:off x="2923883" y="400619"/>
            <a:ext cx="0" cy="807457"/>
          </a:xfrm>
          <a:prstGeom prst="line">
            <a:avLst/>
          </a:prstGeom>
          <a:ln>
            <a:solidFill>
              <a:srgbClr val="A5355C"/>
            </a:solidFill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277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878F-ADE0-037A-ADBE-CEC68E0A2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F48A4323-8AFB-1070-B574-ECD925A2C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6" t="25822" r="36283" b="25228"/>
          <a:stretch>
            <a:fillRect/>
          </a:stretch>
        </p:blipFill>
        <p:spPr>
          <a:xfrm>
            <a:off x="3490824" y="641831"/>
            <a:ext cx="4912818" cy="4645785"/>
          </a:xfrm>
          <a:prstGeom prst="rect">
            <a:avLst/>
          </a:prstGeom>
        </p:spPr>
      </p:pic>
      <p:cxnSp>
        <p:nvCxnSpPr>
          <p:cNvPr id="25" name="Straight Arrow Connector 10">
            <a:extLst>
              <a:ext uri="{FF2B5EF4-FFF2-40B4-BE49-F238E27FC236}">
                <a16:creationId xmlns:a16="http://schemas.microsoft.com/office/drawing/2014/main" id="{B023F6F0-31A8-40E6-AF48-499086F76FAC}"/>
              </a:ext>
            </a:extLst>
          </p:cNvPr>
          <p:cNvCxnSpPr>
            <a:cxnSpLocks/>
            <a:endCxn id="65" idx="1"/>
          </p:cNvCxnSpPr>
          <p:nvPr/>
        </p:nvCxnSpPr>
        <p:spPr>
          <a:xfrm flipV="1">
            <a:off x="8144759" y="2691058"/>
            <a:ext cx="1139287" cy="98963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0">
            <a:extLst>
              <a:ext uri="{FF2B5EF4-FFF2-40B4-BE49-F238E27FC236}">
                <a16:creationId xmlns:a16="http://schemas.microsoft.com/office/drawing/2014/main" id="{928C1836-5D52-1F1A-638E-A1999CB59C7B}"/>
              </a:ext>
            </a:extLst>
          </p:cNvPr>
          <p:cNvSpPr/>
          <p:nvPr/>
        </p:nvSpPr>
        <p:spPr>
          <a:xfrm>
            <a:off x="9284046" y="878281"/>
            <a:ext cx="1347267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only_coded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7" name="Straight Arrow Connector 21">
            <a:extLst>
              <a:ext uri="{FF2B5EF4-FFF2-40B4-BE49-F238E27FC236}">
                <a16:creationId xmlns:a16="http://schemas.microsoft.com/office/drawing/2014/main" id="{EA3602A6-EFBE-7F99-B552-DE648EBA3592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7934487" y="1407247"/>
            <a:ext cx="1349788" cy="28542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ectangle 3">
            <a:extLst>
              <a:ext uri="{FF2B5EF4-FFF2-40B4-BE49-F238E27FC236}">
                <a16:creationId xmlns:a16="http://schemas.microsoft.com/office/drawing/2014/main" id="{FA1A36C5-0636-BB1E-368C-C26EA39332CD}"/>
              </a:ext>
            </a:extLst>
          </p:cNvPr>
          <p:cNvSpPr/>
          <p:nvPr/>
        </p:nvSpPr>
        <p:spPr>
          <a:xfrm>
            <a:off x="1696581" y="2310798"/>
            <a:ext cx="1516462" cy="339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unit_keys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4" name="Straight Arrow Connector 8">
            <a:extLst>
              <a:ext uri="{FF2B5EF4-FFF2-40B4-BE49-F238E27FC236}">
                <a16:creationId xmlns:a16="http://schemas.microsoft.com/office/drawing/2014/main" id="{61BFAE78-C0B8-D735-2554-52FF1000A1D9}"/>
              </a:ext>
            </a:extLst>
          </p:cNvPr>
          <p:cNvCxnSpPr>
            <a:cxnSpLocks/>
          </p:cNvCxnSpPr>
          <p:nvPr/>
        </p:nvCxnSpPr>
        <p:spPr>
          <a:xfrm flipH="1">
            <a:off x="3213043" y="2494840"/>
            <a:ext cx="648120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 3">
            <a:extLst>
              <a:ext uri="{FF2B5EF4-FFF2-40B4-BE49-F238E27FC236}">
                <a16:creationId xmlns:a16="http://schemas.microsoft.com/office/drawing/2014/main" id="{C8E8EE1C-812D-2624-D7DF-5976FE5C2275}"/>
              </a:ext>
            </a:extLst>
          </p:cNvPr>
          <p:cNvSpPr/>
          <p:nvPr/>
        </p:nvSpPr>
        <p:spPr>
          <a:xfrm>
            <a:off x="3861163" y="2101114"/>
            <a:ext cx="692080" cy="787452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1" name="Rectangle 20">
            <a:extLst>
              <a:ext uri="{FF2B5EF4-FFF2-40B4-BE49-F238E27FC236}">
                <a16:creationId xmlns:a16="http://schemas.microsoft.com/office/drawing/2014/main" id="{98471B16-FC22-EB26-06EE-3EC69542F999}"/>
              </a:ext>
            </a:extLst>
          </p:cNvPr>
          <p:cNvSpPr/>
          <p:nvPr/>
        </p:nvSpPr>
        <p:spPr>
          <a:xfrm>
            <a:off x="9293472" y="4505605"/>
            <a:ext cx="1517329" cy="365179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missings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2" name="Rectangle 20">
            <a:extLst>
              <a:ext uri="{FF2B5EF4-FFF2-40B4-BE49-F238E27FC236}">
                <a16:creationId xmlns:a16="http://schemas.microsoft.com/office/drawing/2014/main" id="{A229ED77-A7DA-030F-F620-507783404F4E}"/>
              </a:ext>
            </a:extLst>
          </p:cNvPr>
          <p:cNvSpPr/>
          <p:nvPr/>
        </p:nvSpPr>
        <p:spPr>
          <a:xfrm>
            <a:off x="9284275" y="1246259"/>
            <a:ext cx="1347267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manual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3" name="Rectangle 20">
            <a:extLst>
              <a:ext uri="{FF2B5EF4-FFF2-40B4-BE49-F238E27FC236}">
                <a16:creationId xmlns:a16="http://schemas.microsoft.com/office/drawing/2014/main" id="{3D7DCEF5-822D-DFA1-94C4-811069825179}"/>
              </a:ext>
            </a:extLst>
          </p:cNvPr>
          <p:cNvSpPr/>
          <p:nvPr/>
        </p:nvSpPr>
        <p:spPr>
          <a:xfrm>
            <a:off x="9284046" y="1627509"/>
            <a:ext cx="1347267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closed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4" name="Rectangle 20">
            <a:extLst>
              <a:ext uri="{FF2B5EF4-FFF2-40B4-BE49-F238E27FC236}">
                <a16:creationId xmlns:a16="http://schemas.microsoft.com/office/drawing/2014/main" id="{2C253C49-6016-26FD-05D3-2CCADB53418B}"/>
              </a:ext>
            </a:extLst>
          </p:cNvPr>
          <p:cNvSpPr/>
          <p:nvPr/>
        </p:nvSpPr>
        <p:spPr>
          <a:xfrm>
            <a:off x="9284046" y="1990615"/>
            <a:ext cx="1347267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derived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5" name="Rectangle 20">
            <a:extLst>
              <a:ext uri="{FF2B5EF4-FFF2-40B4-BE49-F238E27FC236}">
                <a16:creationId xmlns:a16="http://schemas.microsoft.com/office/drawing/2014/main" id="{81D8348D-4C81-C66A-2D11-A24E31E37BC5}"/>
              </a:ext>
            </a:extLst>
          </p:cNvPr>
          <p:cNvSpPr/>
          <p:nvPr/>
        </p:nvSpPr>
        <p:spPr>
          <a:xfrm>
            <a:off x="9284046" y="2530070"/>
            <a:ext cx="2358057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general_instructions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6" name="Rectangle 20">
            <a:extLst>
              <a:ext uri="{FF2B5EF4-FFF2-40B4-BE49-F238E27FC236}">
                <a16:creationId xmlns:a16="http://schemas.microsoft.com/office/drawing/2014/main" id="{28E26F8C-98B2-1CF6-6530-C70BAB452788}"/>
              </a:ext>
            </a:extLst>
          </p:cNvPr>
          <p:cNvSpPr/>
          <p:nvPr/>
        </p:nvSpPr>
        <p:spPr>
          <a:xfrm>
            <a:off x="9284046" y="2944919"/>
            <a:ext cx="1372088" cy="260737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show_score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7" name="Rectangle 20">
            <a:extLst>
              <a:ext uri="{FF2B5EF4-FFF2-40B4-BE49-F238E27FC236}">
                <a16:creationId xmlns:a16="http://schemas.microsoft.com/office/drawing/2014/main" id="{198451E3-4CE0-69DF-F19D-CD0E98DC4D12}"/>
              </a:ext>
            </a:extLst>
          </p:cNvPr>
          <p:cNvSpPr/>
          <p:nvPr/>
        </p:nvSpPr>
        <p:spPr>
          <a:xfrm>
            <a:off x="9284045" y="3312163"/>
            <a:ext cx="2358057" cy="290650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code_label_to_upper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8" name="Rectangle 20">
            <a:extLst>
              <a:ext uri="{FF2B5EF4-FFF2-40B4-BE49-F238E27FC236}">
                <a16:creationId xmlns:a16="http://schemas.microsoft.com/office/drawing/2014/main" id="{DEDC929D-38A9-A46E-E388-B515CB8C3E34}"/>
              </a:ext>
            </a:extLst>
          </p:cNvPr>
          <p:cNvSpPr/>
          <p:nvPr/>
        </p:nvSpPr>
        <p:spPr>
          <a:xfrm>
            <a:off x="9284045" y="3721094"/>
            <a:ext cx="2574580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hide_item_var_relation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9" name="Rectangle 20">
            <a:extLst>
              <a:ext uri="{FF2B5EF4-FFF2-40B4-BE49-F238E27FC236}">
                <a16:creationId xmlns:a16="http://schemas.microsoft.com/office/drawing/2014/main" id="{A4500A62-B665-E93B-82AF-069B3B7C3140}"/>
              </a:ext>
            </a:extLst>
          </p:cNvPr>
          <p:cNvSpPr/>
          <p:nvPr/>
        </p:nvSpPr>
        <p:spPr>
          <a:xfrm>
            <a:off x="9284045" y="4922746"/>
            <a:ext cx="2068317" cy="321977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missings_profile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9" name="Straight Arrow Connector 21">
            <a:extLst>
              <a:ext uri="{FF2B5EF4-FFF2-40B4-BE49-F238E27FC236}">
                <a16:creationId xmlns:a16="http://schemas.microsoft.com/office/drawing/2014/main" id="{7FD30BD8-C013-E5CA-81E2-5C6FA1403070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861955" y="1039269"/>
            <a:ext cx="1422091" cy="45583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21">
            <a:extLst>
              <a:ext uri="{FF2B5EF4-FFF2-40B4-BE49-F238E27FC236}">
                <a16:creationId xmlns:a16="http://schemas.microsoft.com/office/drawing/2014/main" id="{82243B9E-F219-5BB2-709A-1F5C94AB32B7}"/>
              </a:ext>
            </a:extLst>
          </p:cNvPr>
          <p:cNvCxnSpPr>
            <a:cxnSpLocks/>
            <a:endCxn id="63" idx="1"/>
          </p:cNvCxnSpPr>
          <p:nvPr/>
        </p:nvCxnSpPr>
        <p:spPr>
          <a:xfrm flipV="1">
            <a:off x="7946796" y="1788497"/>
            <a:ext cx="1337250" cy="138326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21">
            <a:extLst>
              <a:ext uri="{FF2B5EF4-FFF2-40B4-BE49-F238E27FC236}">
                <a16:creationId xmlns:a16="http://schemas.microsoft.com/office/drawing/2014/main" id="{25274F6A-8893-BC25-A75E-B7AAA60CDD94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7946796" y="2151603"/>
            <a:ext cx="1337250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10">
            <a:extLst>
              <a:ext uri="{FF2B5EF4-FFF2-40B4-BE49-F238E27FC236}">
                <a16:creationId xmlns:a16="http://schemas.microsoft.com/office/drawing/2014/main" id="{1FA73E68-AB74-899D-1C13-0AB153993C4C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8144759" y="2975889"/>
            <a:ext cx="1139287" cy="99399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10">
            <a:extLst>
              <a:ext uri="{FF2B5EF4-FFF2-40B4-BE49-F238E27FC236}">
                <a16:creationId xmlns:a16="http://schemas.microsoft.com/office/drawing/2014/main" id="{24E999DA-B039-B011-D3E1-790BB505AAF0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8111779" y="3182276"/>
            <a:ext cx="1172266" cy="275212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10">
            <a:extLst>
              <a:ext uri="{FF2B5EF4-FFF2-40B4-BE49-F238E27FC236}">
                <a16:creationId xmlns:a16="http://schemas.microsoft.com/office/drawing/2014/main" id="{02EAAF84-CF53-DB31-E19A-F15949D3A721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8111779" y="3410931"/>
            <a:ext cx="1172266" cy="471151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10">
            <a:extLst>
              <a:ext uri="{FF2B5EF4-FFF2-40B4-BE49-F238E27FC236}">
                <a16:creationId xmlns:a16="http://schemas.microsoft.com/office/drawing/2014/main" id="{818C749A-8B56-A05D-3733-47B688D366A9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7563675" y="3849743"/>
            <a:ext cx="1729797" cy="838452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10">
            <a:extLst>
              <a:ext uri="{FF2B5EF4-FFF2-40B4-BE49-F238E27FC236}">
                <a16:creationId xmlns:a16="http://schemas.microsoft.com/office/drawing/2014/main" id="{8F03E8F0-8CC4-F88D-BEB6-6DEFDD9CE7D0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7563675" y="3844337"/>
            <a:ext cx="1720370" cy="123939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58002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58B05E6-EC01-4CF4-B076-261E44480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862" y="965198"/>
            <a:ext cx="3962875" cy="359251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5D1ECA0-2921-53A1-7F8E-13432DCF29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813" y="965198"/>
            <a:ext cx="3783012" cy="3649941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93ECDBC-1258-7701-AFEC-915B7A609992}"/>
              </a:ext>
            </a:extLst>
          </p:cNvPr>
          <p:cNvSpPr/>
          <p:nvPr/>
        </p:nvSpPr>
        <p:spPr>
          <a:xfrm>
            <a:off x="1862140" y="2298097"/>
            <a:ext cx="1223960" cy="1788128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6B1DED7-9852-D13D-F897-A9BC83B29A3F}"/>
              </a:ext>
            </a:extLst>
          </p:cNvPr>
          <p:cNvSpPr/>
          <p:nvPr/>
        </p:nvSpPr>
        <p:spPr>
          <a:xfrm>
            <a:off x="6486528" y="2298097"/>
            <a:ext cx="1223960" cy="1788128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242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157E259-89D3-3BF7-57EC-D0336ABF7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1" y="950671"/>
            <a:ext cx="11409797" cy="426426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17A82792-868E-D18A-770F-F22CBBDD81AA}"/>
              </a:ext>
            </a:extLst>
          </p:cNvPr>
          <p:cNvSpPr/>
          <p:nvPr/>
        </p:nvSpPr>
        <p:spPr>
          <a:xfrm>
            <a:off x="5962652" y="1798034"/>
            <a:ext cx="2952748" cy="859441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51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D459-9FF1-399A-D079-F2BE5761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AD2C42BB-C7D7-4B83-1102-49135448D7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6" t="25822" r="36283" b="25228"/>
          <a:stretch>
            <a:fillRect/>
          </a:stretch>
        </p:blipFill>
        <p:spPr>
          <a:xfrm>
            <a:off x="3490824" y="641831"/>
            <a:ext cx="4912818" cy="4645785"/>
          </a:xfrm>
          <a:prstGeom prst="rect">
            <a:avLst/>
          </a:prstGeom>
        </p:spPr>
      </p:pic>
      <p:cxnSp>
        <p:nvCxnSpPr>
          <p:cNvPr id="25" name="Straight Arrow Connector 10">
            <a:extLst>
              <a:ext uri="{FF2B5EF4-FFF2-40B4-BE49-F238E27FC236}">
                <a16:creationId xmlns:a16="http://schemas.microsoft.com/office/drawing/2014/main" id="{2E934DC0-2AF0-4FD5-D003-1B5687901491}"/>
              </a:ext>
            </a:extLst>
          </p:cNvPr>
          <p:cNvCxnSpPr>
            <a:cxnSpLocks/>
            <a:endCxn id="65" idx="1"/>
          </p:cNvCxnSpPr>
          <p:nvPr/>
        </p:nvCxnSpPr>
        <p:spPr>
          <a:xfrm flipV="1">
            <a:off x="8144759" y="2691058"/>
            <a:ext cx="1139287" cy="98963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ctangle 20">
            <a:extLst>
              <a:ext uri="{FF2B5EF4-FFF2-40B4-BE49-F238E27FC236}">
                <a16:creationId xmlns:a16="http://schemas.microsoft.com/office/drawing/2014/main" id="{1FFE7509-B092-0292-D390-00E5EACBE39A}"/>
              </a:ext>
            </a:extLst>
          </p:cNvPr>
          <p:cNvSpPr/>
          <p:nvPr/>
        </p:nvSpPr>
        <p:spPr>
          <a:xfrm>
            <a:off x="9284046" y="878281"/>
            <a:ext cx="1347267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only_coded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7" name="Straight Arrow Connector 21">
            <a:extLst>
              <a:ext uri="{FF2B5EF4-FFF2-40B4-BE49-F238E27FC236}">
                <a16:creationId xmlns:a16="http://schemas.microsoft.com/office/drawing/2014/main" id="{2428F001-130A-2DB8-B719-C72413E78ADE}"/>
              </a:ext>
            </a:extLst>
          </p:cNvPr>
          <p:cNvCxnSpPr>
            <a:cxnSpLocks/>
            <a:endCxn id="62" idx="1"/>
          </p:cNvCxnSpPr>
          <p:nvPr/>
        </p:nvCxnSpPr>
        <p:spPr>
          <a:xfrm flipV="1">
            <a:off x="7934487" y="1407247"/>
            <a:ext cx="1349788" cy="28542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ectangle 3">
            <a:extLst>
              <a:ext uri="{FF2B5EF4-FFF2-40B4-BE49-F238E27FC236}">
                <a16:creationId xmlns:a16="http://schemas.microsoft.com/office/drawing/2014/main" id="{0322F1F2-1B06-4985-7876-3BBBFC7EA3CB}"/>
              </a:ext>
            </a:extLst>
          </p:cNvPr>
          <p:cNvSpPr/>
          <p:nvPr/>
        </p:nvSpPr>
        <p:spPr>
          <a:xfrm>
            <a:off x="1696581" y="2310798"/>
            <a:ext cx="1516462" cy="339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unit_keys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24" name="Straight Arrow Connector 8">
            <a:extLst>
              <a:ext uri="{FF2B5EF4-FFF2-40B4-BE49-F238E27FC236}">
                <a16:creationId xmlns:a16="http://schemas.microsoft.com/office/drawing/2014/main" id="{C0EDD877-F752-07E3-341E-33A76912E41B}"/>
              </a:ext>
            </a:extLst>
          </p:cNvPr>
          <p:cNvCxnSpPr>
            <a:cxnSpLocks/>
          </p:cNvCxnSpPr>
          <p:nvPr/>
        </p:nvCxnSpPr>
        <p:spPr>
          <a:xfrm flipH="1">
            <a:off x="3213043" y="2494840"/>
            <a:ext cx="648120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 3">
            <a:extLst>
              <a:ext uri="{FF2B5EF4-FFF2-40B4-BE49-F238E27FC236}">
                <a16:creationId xmlns:a16="http://schemas.microsoft.com/office/drawing/2014/main" id="{179A1B15-4CD8-6928-D627-EDE701145C83}"/>
              </a:ext>
            </a:extLst>
          </p:cNvPr>
          <p:cNvSpPr/>
          <p:nvPr/>
        </p:nvSpPr>
        <p:spPr>
          <a:xfrm>
            <a:off x="3861163" y="2101114"/>
            <a:ext cx="692080" cy="787452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9DB834D8-F9DA-BEF2-A639-58A77D3E9217}"/>
              </a:ext>
            </a:extLst>
          </p:cNvPr>
          <p:cNvSpPr/>
          <p:nvPr/>
        </p:nvSpPr>
        <p:spPr>
          <a:xfrm>
            <a:off x="6491290" y="4195452"/>
            <a:ext cx="1056196" cy="449346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1" name="Rectangle 20">
            <a:extLst>
              <a:ext uri="{FF2B5EF4-FFF2-40B4-BE49-F238E27FC236}">
                <a16:creationId xmlns:a16="http://schemas.microsoft.com/office/drawing/2014/main" id="{354C729F-76C1-DF46-5672-9B8B69082841}"/>
              </a:ext>
            </a:extLst>
          </p:cNvPr>
          <p:cNvSpPr/>
          <p:nvPr/>
        </p:nvSpPr>
        <p:spPr>
          <a:xfrm>
            <a:off x="9293472" y="4505605"/>
            <a:ext cx="1517329" cy="365179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missings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2" name="Rectangle 20">
            <a:extLst>
              <a:ext uri="{FF2B5EF4-FFF2-40B4-BE49-F238E27FC236}">
                <a16:creationId xmlns:a16="http://schemas.microsoft.com/office/drawing/2014/main" id="{BB4C5C2E-3A7D-318A-CB82-083D17413DDD}"/>
              </a:ext>
            </a:extLst>
          </p:cNvPr>
          <p:cNvSpPr/>
          <p:nvPr/>
        </p:nvSpPr>
        <p:spPr>
          <a:xfrm>
            <a:off x="9284275" y="1246259"/>
            <a:ext cx="1347267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manual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3" name="Rectangle 20">
            <a:extLst>
              <a:ext uri="{FF2B5EF4-FFF2-40B4-BE49-F238E27FC236}">
                <a16:creationId xmlns:a16="http://schemas.microsoft.com/office/drawing/2014/main" id="{2FC043A8-43AA-1B31-4F98-1DC74CA574E2}"/>
              </a:ext>
            </a:extLst>
          </p:cNvPr>
          <p:cNvSpPr/>
          <p:nvPr/>
        </p:nvSpPr>
        <p:spPr>
          <a:xfrm>
            <a:off x="9284046" y="1627509"/>
            <a:ext cx="1347267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closed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4" name="Rectangle 20">
            <a:extLst>
              <a:ext uri="{FF2B5EF4-FFF2-40B4-BE49-F238E27FC236}">
                <a16:creationId xmlns:a16="http://schemas.microsoft.com/office/drawing/2014/main" id="{0903E611-19E0-CF57-6888-1BCECC492B57}"/>
              </a:ext>
            </a:extLst>
          </p:cNvPr>
          <p:cNvSpPr/>
          <p:nvPr/>
        </p:nvSpPr>
        <p:spPr>
          <a:xfrm>
            <a:off x="9284046" y="1990615"/>
            <a:ext cx="1347267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derived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5" name="Rectangle 20">
            <a:extLst>
              <a:ext uri="{FF2B5EF4-FFF2-40B4-BE49-F238E27FC236}">
                <a16:creationId xmlns:a16="http://schemas.microsoft.com/office/drawing/2014/main" id="{FDBA68F1-F664-CEB4-A494-5546243E5A4A}"/>
              </a:ext>
            </a:extLst>
          </p:cNvPr>
          <p:cNvSpPr/>
          <p:nvPr/>
        </p:nvSpPr>
        <p:spPr>
          <a:xfrm>
            <a:off x="9284046" y="2530070"/>
            <a:ext cx="2358057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general_instructions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6" name="Rectangle 20">
            <a:extLst>
              <a:ext uri="{FF2B5EF4-FFF2-40B4-BE49-F238E27FC236}">
                <a16:creationId xmlns:a16="http://schemas.microsoft.com/office/drawing/2014/main" id="{B467706C-1E54-3347-B56B-93EEC6523777}"/>
              </a:ext>
            </a:extLst>
          </p:cNvPr>
          <p:cNvSpPr/>
          <p:nvPr/>
        </p:nvSpPr>
        <p:spPr>
          <a:xfrm>
            <a:off x="9284046" y="2944919"/>
            <a:ext cx="1372088" cy="260737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show_score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7" name="Rectangle 20">
            <a:extLst>
              <a:ext uri="{FF2B5EF4-FFF2-40B4-BE49-F238E27FC236}">
                <a16:creationId xmlns:a16="http://schemas.microsoft.com/office/drawing/2014/main" id="{AC6C925C-13EB-2813-29EE-255F22FAFA38}"/>
              </a:ext>
            </a:extLst>
          </p:cNvPr>
          <p:cNvSpPr/>
          <p:nvPr/>
        </p:nvSpPr>
        <p:spPr>
          <a:xfrm>
            <a:off x="9284045" y="3312163"/>
            <a:ext cx="2358057" cy="290650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code_label_to_upper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8" name="Rectangle 20">
            <a:extLst>
              <a:ext uri="{FF2B5EF4-FFF2-40B4-BE49-F238E27FC236}">
                <a16:creationId xmlns:a16="http://schemas.microsoft.com/office/drawing/2014/main" id="{50C28A75-0A3E-7756-4AFF-13191357F82A}"/>
              </a:ext>
            </a:extLst>
          </p:cNvPr>
          <p:cNvSpPr/>
          <p:nvPr/>
        </p:nvSpPr>
        <p:spPr>
          <a:xfrm>
            <a:off x="9284045" y="3721094"/>
            <a:ext cx="2574580" cy="321976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hide_item_var_relation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9" name="Rectangle 20">
            <a:extLst>
              <a:ext uri="{FF2B5EF4-FFF2-40B4-BE49-F238E27FC236}">
                <a16:creationId xmlns:a16="http://schemas.microsoft.com/office/drawing/2014/main" id="{38BC5CB4-53F9-707A-D9D6-FB565C772DF6}"/>
              </a:ext>
            </a:extLst>
          </p:cNvPr>
          <p:cNvSpPr/>
          <p:nvPr/>
        </p:nvSpPr>
        <p:spPr>
          <a:xfrm>
            <a:off x="9284045" y="4922746"/>
            <a:ext cx="2068317" cy="321977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missings_profile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70" name="Rectangle 20">
            <a:extLst>
              <a:ext uri="{FF2B5EF4-FFF2-40B4-BE49-F238E27FC236}">
                <a16:creationId xmlns:a16="http://schemas.microsoft.com/office/drawing/2014/main" id="{90E2E22D-7731-F982-1FBB-2A94664CCD35}"/>
              </a:ext>
            </a:extLst>
          </p:cNvPr>
          <p:cNvSpPr/>
          <p:nvPr/>
        </p:nvSpPr>
        <p:spPr>
          <a:xfrm>
            <a:off x="4261635" y="4221296"/>
            <a:ext cx="1491223" cy="329309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format</a:t>
            </a:r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9" name="Straight Arrow Connector 21">
            <a:extLst>
              <a:ext uri="{FF2B5EF4-FFF2-40B4-BE49-F238E27FC236}">
                <a16:creationId xmlns:a16="http://schemas.microsoft.com/office/drawing/2014/main" id="{0B4B24F4-BD5E-9787-9469-497B7946EF7F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7861955" y="1039269"/>
            <a:ext cx="1422091" cy="45583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21">
            <a:extLst>
              <a:ext uri="{FF2B5EF4-FFF2-40B4-BE49-F238E27FC236}">
                <a16:creationId xmlns:a16="http://schemas.microsoft.com/office/drawing/2014/main" id="{A926B905-807B-D000-1E5B-AA0561109EA7}"/>
              </a:ext>
            </a:extLst>
          </p:cNvPr>
          <p:cNvCxnSpPr>
            <a:cxnSpLocks/>
            <a:endCxn id="63" idx="1"/>
          </p:cNvCxnSpPr>
          <p:nvPr/>
        </p:nvCxnSpPr>
        <p:spPr>
          <a:xfrm flipV="1">
            <a:off x="7946796" y="1788497"/>
            <a:ext cx="1337250" cy="138326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21">
            <a:extLst>
              <a:ext uri="{FF2B5EF4-FFF2-40B4-BE49-F238E27FC236}">
                <a16:creationId xmlns:a16="http://schemas.microsoft.com/office/drawing/2014/main" id="{3A5EF2A5-B375-4C20-60D6-D9AAEA025814}"/>
              </a:ext>
            </a:extLst>
          </p:cNvPr>
          <p:cNvCxnSpPr>
            <a:cxnSpLocks/>
            <a:endCxn id="64" idx="1"/>
          </p:cNvCxnSpPr>
          <p:nvPr/>
        </p:nvCxnSpPr>
        <p:spPr>
          <a:xfrm>
            <a:off x="7946796" y="2151603"/>
            <a:ext cx="1337250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Straight Arrow Connector 10">
            <a:extLst>
              <a:ext uri="{FF2B5EF4-FFF2-40B4-BE49-F238E27FC236}">
                <a16:creationId xmlns:a16="http://schemas.microsoft.com/office/drawing/2014/main" id="{0EF054DE-2840-6C38-F982-0F8A535631F8}"/>
              </a:ext>
            </a:extLst>
          </p:cNvPr>
          <p:cNvCxnSpPr>
            <a:cxnSpLocks/>
            <a:endCxn id="66" idx="1"/>
          </p:cNvCxnSpPr>
          <p:nvPr/>
        </p:nvCxnSpPr>
        <p:spPr>
          <a:xfrm>
            <a:off x="8144759" y="2975889"/>
            <a:ext cx="1139287" cy="99399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Arrow Connector 10">
            <a:extLst>
              <a:ext uri="{FF2B5EF4-FFF2-40B4-BE49-F238E27FC236}">
                <a16:creationId xmlns:a16="http://schemas.microsoft.com/office/drawing/2014/main" id="{93B293DB-76C7-64E4-BCCB-2C260A5ABEDB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8111779" y="3182276"/>
            <a:ext cx="1172266" cy="275212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Arrow Connector 10">
            <a:extLst>
              <a:ext uri="{FF2B5EF4-FFF2-40B4-BE49-F238E27FC236}">
                <a16:creationId xmlns:a16="http://schemas.microsoft.com/office/drawing/2014/main" id="{4FB2CC13-3321-5EE1-A7A2-DE3B4EE34ED0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8111779" y="3410931"/>
            <a:ext cx="1172266" cy="471151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Straight Arrow Connector 10">
            <a:extLst>
              <a:ext uri="{FF2B5EF4-FFF2-40B4-BE49-F238E27FC236}">
                <a16:creationId xmlns:a16="http://schemas.microsoft.com/office/drawing/2014/main" id="{90ED0D53-9868-B84C-0964-8C534682A901}"/>
              </a:ext>
            </a:extLst>
          </p:cNvPr>
          <p:cNvCxnSpPr>
            <a:cxnSpLocks/>
            <a:endCxn id="61" idx="1"/>
          </p:cNvCxnSpPr>
          <p:nvPr/>
        </p:nvCxnSpPr>
        <p:spPr>
          <a:xfrm>
            <a:off x="7563675" y="3849743"/>
            <a:ext cx="1729797" cy="838452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10">
            <a:extLst>
              <a:ext uri="{FF2B5EF4-FFF2-40B4-BE49-F238E27FC236}">
                <a16:creationId xmlns:a16="http://schemas.microsoft.com/office/drawing/2014/main" id="{F5780CD6-EBA3-1E6D-DFA5-B868969315FC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7563675" y="3844337"/>
            <a:ext cx="1720370" cy="123939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10">
            <a:extLst>
              <a:ext uri="{FF2B5EF4-FFF2-40B4-BE49-F238E27FC236}">
                <a16:creationId xmlns:a16="http://schemas.microsoft.com/office/drawing/2014/main" id="{FE85BC13-4855-D9BB-2F26-345C140733EC}"/>
              </a:ext>
            </a:extLst>
          </p:cNvPr>
          <p:cNvCxnSpPr>
            <a:cxnSpLocks/>
          </p:cNvCxnSpPr>
          <p:nvPr/>
        </p:nvCxnSpPr>
        <p:spPr>
          <a:xfrm flipH="1" flipV="1">
            <a:off x="5752858" y="4385951"/>
            <a:ext cx="738432" cy="4181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27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9714B915-5C09-D75D-C02A-24120FD35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501" y="515438"/>
            <a:ext cx="4420383" cy="367231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018AACC-0CA9-1894-C8B5-BEE50D4CD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501" y="4187756"/>
            <a:ext cx="7772400" cy="221170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15E8A7E-10CC-2818-11F5-56B71B2BF4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65" r="81772"/>
          <a:stretch>
            <a:fillRect/>
          </a:stretch>
        </p:blipFill>
        <p:spPr>
          <a:xfrm>
            <a:off x="92630" y="3120589"/>
            <a:ext cx="1919624" cy="799709"/>
          </a:xfrm>
          <a:prstGeom prst="rect">
            <a:avLst/>
          </a:prstGeom>
        </p:spPr>
      </p:pic>
      <p:cxnSp>
        <p:nvCxnSpPr>
          <p:cNvPr id="10" name="Straight Arrow Connector 8">
            <a:extLst>
              <a:ext uri="{FF2B5EF4-FFF2-40B4-BE49-F238E27FC236}">
                <a16:creationId xmlns:a16="http://schemas.microsoft.com/office/drawing/2014/main" id="{36AABF5C-7E3C-9719-C482-BC7AE4D4F7A0}"/>
              </a:ext>
            </a:extLst>
          </p:cNvPr>
          <p:cNvCxnSpPr>
            <a:cxnSpLocks/>
          </p:cNvCxnSpPr>
          <p:nvPr/>
        </p:nvCxnSpPr>
        <p:spPr>
          <a:xfrm flipV="1">
            <a:off x="2012254" y="515438"/>
            <a:ext cx="2119247" cy="265677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8">
            <a:extLst>
              <a:ext uri="{FF2B5EF4-FFF2-40B4-BE49-F238E27FC236}">
                <a16:creationId xmlns:a16="http://schemas.microsoft.com/office/drawing/2014/main" id="{587977C9-F46C-73D1-9A3A-62442161633C}"/>
              </a:ext>
            </a:extLst>
          </p:cNvPr>
          <p:cNvCxnSpPr>
            <a:cxnSpLocks/>
          </p:cNvCxnSpPr>
          <p:nvPr/>
        </p:nvCxnSpPr>
        <p:spPr>
          <a:xfrm>
            <a:off x="2012254" y="3685784"/>
            <a:ext cx="2119247" cy="2656778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 22">
            <a:extLst>
              <a:ext uri="{FF2B5EF4-FFF2-40B4-BE49-F238E27FC236}">
                <a16:creationId xmlns:a16="http://schemas.microsoft.com/office/drawing/2014/main" id="{74097A33-5910-38FE-2BC8-716D3EADFFC5}"/>
              </a:ext>
            </a:extLst>
          </p:cNvPr>
          <p:cNvSpPr/>
          <p:nvPr/>
        </p:nvSpPr>
        <p:spPr>
          <a:xfrm>
            <a:off x="92630" y="3149041"/>
            <a:ext cx="1919624" cy="536743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1CBB401E-91C9-EF4E-430A-5F1791D1ABFE}"/>
              </a:ext>
            </a:extLst>
          </p:cNvPr>
          <p:cNvSpPr/>
          <p:nvPr/>
        </p:nvSpPr>
        <p:spPr>
          <a:xfrm>
            <a:off x="4131500" y="515437"/>
            <a:ext cx="7527099" cy="5884027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18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DC646-7A84-99EE-B342-6AE821823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B2E1EB17-1368-402A-C045-3D1AB114F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9" r="8337"/>
          <a:stretch>
            <a:fillRect/>
          </a:stretch>
        </p:blipFill>
        <p:spPr>
          <a:xfrm>
            <a:off x="8879980" y="175253"/>
            <a:ext cx="3348228" cy="3200061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F03E1F0-98D9-17E2-82BA-E5F6CC2CA5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6" t="25822" r="36283" b="25228"/>
          <a:stretch>
            <a:fillRect/>
          </a:stretch>
        </p:blipFill>
        <p:spPr>
          <a:xfrm>
            <a:off x="238159" y="196432"/>
            <a:ext cx="4556999" cy="4309307"/>
          </a:xfrm>
          <a:prstGeom prst="rect">
            <a:avLst/>
          </a:prstGeom>
        </p:spPr>
      </p:pic>
      <p:sp>
        <p:nvSpPr>
          <p:cNvPr id="41" name="Rectangle 3">
            <a:extLst>
              <a:ext uri="{FF2B5EF4-FFF2-40B4-BE49-F238E27FC236}">
                <a16:creationId xmlns:a16="http://schemas.microsoft.com/office/drawing/2014/main" id="{ACE24413-2639-76CC-4AAA-090398BB6A92}"/>
              </a:ext>
            </a:extLst>
          </p:cNvPr>
          <p:cNvSpPr/>
          <p:nvPr/>
        </p:nvSpPr>
        <p:spPr>
          <a:xfrm>
            <a:off x="3553713" y="3657939"/>
            <a:ext cx="521331" cy="291210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60" name="Rectangle 3">
            <a:extLst>
              <a:ext uri="{FF2B5EF4-FFF2-40B4-BE49-F238E27FC236}">
                <a16:creationId xmlns:a16="http://schemas.microsoft.com/office/drawing/2014/main" id="{804E3169-270B-E9A0-0AB8-88D369B92843}"/>
              </a:ext>
            </a:extLst>
          </p:cNvPr>
          <p:cNvSpPr/>
          <p:nvPr/>
        </p:nvSpPr>
        <p:spPr>
          <a:xfrm>
            <a:off x="3107708" y="3657939"/>
            <a:ext cx="419575" cy="291210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3" name="Straight Arrow Connector 8">
            <a:extLst>
              <a:ext uri="{FF2B5EF4-FFF2-40B4-BE49-F238E27FC236}">
                <a16:creationId xmlns:a16="http://schemas.microsoft.com/office/drawing/2014/main" id="{777B64B1-E1F2-FC05-3105-074D555D1171}"/>
              </a:ext>
            </a:extLst>
          </p:cNvPr>
          <p:cNvCxnSpPr>
            <a:cxnSpLocks/>
          </p:cNvCxnSpPr>
          <p:nvPr/>
        </p:nvCxnSpPr>
        <p:spPr>
          <a:xfrm flipV="1">
            <a:off x="4075044" y="1430547"/>
            <a:ext cx="1088411" cy="2372997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8">
            <a:extLst>
              <a:ext uri="{FF2B5EF4-FFF2-40B4-BE49-F238E27FC236}">
                <a16:creationId xmlns:a16="http://schemas.microsoft.com/office/drawing/2014/main" id="{59397BCB-99B1-74B1-526E-5309F39E4776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4075044" y="2913168"/>
            <a:ext cx="1088411" cy="890376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9" name="Grafik 18">
            <a:extLst>
              <a:ext uri="{FF2B5EF4-FFF2-40B4-BE49-F238E27FC236}">
                <a16:creationId xmlns:a16="http://schemas.microsoft.com/office/drawing/2014/main" id="{F5AAC9C3-A300-C768-CC30-8EE4AF2EB4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90" y="5091892"/>
            <a:ext cx="3263853" cy="1500743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1EC6B426-537F-879F-023E-ABAB426F38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455" y="1385606"/>
            <a:ext cx="3348228" cy="1500743"/>
          </a:xfrm>
          <a:prstGeom prst="rect">
            <a:avLst/>
          </a:prstGeom>
        </p:spPr>
      </p:pic>
      <p:cxnSp>
        <p:nvCxnSpPr>
          <p:cNvPr id="35" name="Straight Arrow Connector 8">
            <a:extLst>
              <a:ext uri="{FF2B5EF4-FFF2-40B4-BE49-F238E27FC236}">
                <a16:creationId xmlns:a16="http://schemas.microsoft.com/office/drawing/2014/main" id="{DF453BA7-7B47-FABA-5B32-4030471A92BD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8511683" y="2135978"/>
            <a:ext cx="431006" cy="784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9" name="Grafik 38">
            <a:extLst>
              <a:ext uri="{FF2B5EF4-FFF2-40B4-BE49-F238E27FC236}">
                <a16:creationId xmlns:a16="http://schemas.microsoft.com/office/drawing/2014/main" id="{7E4F48B1-A16E-7E52-223B-0097F8088A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378" y="4693920"/>
            <a:ext cx="3585510" cy="1838979"/>
          </a:xfrm>
          <a:prstGeom prst="rect">
            <a:avLst/>
          </a:prstGeom>
        </p:spPr>
      </p:pic>
      <p:pic>
        <p:nvPicPr>
          <p:cNvPr id="42" name="Grafik 41">
            <a:extLst>
              <a:ext uri="{FF2B5EF4-FFF2-40B4-BE49-F238E27FC236}">
                <a16:creationId xmlns:a16="http://schemas.microsoft.com/office/drawing/2014/main" id="{C7D11A8C-D5CB-5FC0-19E8-A0BD7EF57D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684" y="3990986"/>
            <a:ext cx="4465503" cy="2230902"/>
          </a:xfrm>
          <a:prstGeom prst="rect">
            <a:avLst/>
          </a:prstGeom>
        </p:spPr>
      </p:pic>
      <p:cxnSp>
        <p:nvCxnSpPr>
          <p:cNvPr id="47" name="Straight Arrow Connector 8">
            <a:extLst>
              <a:ext uri="{FF2B5EF4-FFF2-40B4-BE49-F238E27FC236}">
                <a16:creationId xmlns:a16="http://schemas.microsoft.com/office/drawing/2014/main" id="{7E499140-1A9B-5DE7-7964-D0CA4AFEF7B5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88813" y="3803544"/>
            <a:ext cx="3018895" cy="1302487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8">
            <a:extLst>
              <a:ext uri="{FF2B5EF4-FFF2-40B4-BE49-F238E27FC236}">
                <a16:creationId xmlns:a16="http://schemas.microsoft.com/office/drawing/2014/main" id="{80B26D6E-9453-9DC5-45E7-40E43A70E3A9}"/>
              </a:ext>
            </a:extLst>
          </p:cNvPr>
          <p:cNvCxnSpPr>
            <a:cxnSpLocks/>
          </p:cNvCxnSpPr>
          <p:nvPr/>
        </p:nvCxnSpPr>
        <p:spPr>
          <a:xfrm>
            <a:off x="3093044" y="3803544"/>
            <a:ext cx="344987" cy="1302487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Straight Arrow Connector 8">
            <a:extLst>
              <a:ext uri="{FF2B5EF4-FFF2-40B4-BE49-F238E27FC236}">
                <a16:creationId xmlns:a16="http://schemas.microsoft.com/office/drawing/2014/main" id="{2F704275-547E-895E-7375-3B0B6404528F}"/>
              </a:ext>
            </a:extLst>
          </p:cNvPr>
          <p:cNvCxnSpPr>
            <a:cxnSpLocks/>
          </p:cNvCxnSpPr>
          <p:nvPr/>
        </p:nvCxnSpPr>
        <p:spPr>
          <a:xfrm>
            <a:off x="3427030" y="5704441"/>
            <a:ext cx="387348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8">
            <a:extLst>
              <a:ext uri="{FF2B5EF4-FFF2-40B4-BE49-F238E27FC236}">
                <a16:creationId xmlns:a16="http://schemas.microsoft.com/office/drawing/2014/main" id="{02C7DA5D-9622-66E2-4FFE-450FCC2B94CB}"/>
              </a:ext>
            </a:extLst>
          </p:cNvPr>
          <p:cNvCxnSpPr>
            <a:cxnSpLocks/>
          </p:cNvCxnSpPr>
          <p:nvPr/>
        </p:nvCxnSpPr>
        <p:spPr>
          <a:xfrm>
            <a:off x="6466788" y="4505739"/>
            <a:ext cx="1160886" cy="0"/>
          </a:xfrm>
          <a:prstGeom prst="straightConnector1">
            <a:avLst/>
          </a:prstGeom>
          <a:ln w="38100" cap="flat" cmpd="sng" algn="ctr">
            <a:solidFill>
              <a:srgbClr val="A5355C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Rectangle 3">
            <a:extLst>
              <a:ext uri="{FF2B5EF4-FFF2-40B4-BE49-F238E27FC236}">
                <a16:creationId xmlns:a16="http://schemas.microsoft.com/office/drawing/2014/main" id="{F91B0A17-1C85-FFB3-242B-0E3E0D63C4CD}"/>
              </a:ext>
            </a:extLst>
          </p:cNvPr>
          <p:cNvSpPr/>
          <p:nvPr/>
        </p:nvSpPr>
        <p:spPr>
          <a:xfrm>
            <a:off x="5531845" y="1766698"/>
            <a:ext cx="521331" cy="291210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C6E9F0CF-A8F5-074E-EA12-07B2897CFBB8}"/>
              </a:ext>
            </a:extLst>
          </p:cNvPr>
          <p:cNvSpPr/>
          <p:nvPr/>
        </p:nvSpPr>
        <p:spPr>
          <a:xfrm>
            <a:off x="529182" y="5424113"/>
            <a:ext cx="419575" cy="291210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81" name="Rectangle 20">
            <a:extLst>
              <a:ext uri="{FF2B5EF4-FFF2-40B4-BE49-F238E27FC236}">
                <a16:creationId xmlns:a16="http://schemas.microsoft.com/office/drawing/2014/main" id="{5AA895B4-E198-B168-CB2E-07CDEC433010}"/>
              </a:ext>
            </a:extLst>
          </p:cNvPr>
          <p:cNvSpPr/>
          <p:nvPr/>
        </p:nvSpPr>
        <p:spPr>
          <a:xfrm>
            <a:off x="5417615" y="3954174"/>
            <a:ext cx="2171959" cy="437721"/>
          </a:xfrm>
          <a:prstGeom prst="rect">
            <a:avLst/>
          </a:prstGeom>
          <a:solidFill>
            <a:srgbClr val="FFFFFF"/>
          </a:solidFill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with</a:t>
            </a:r>
            <a:r>
              <a:rPr lang="de-DE" sz="1400" dirty="0">
                <a:solidFill>
                  <a:srgbClr val="A5355C"/>
                </a:solidFill>
                <a:latin typeface="Lucida Console" panose="020B0609040504020204" pitchFamily="49" charset="0"/>
              </a:rPr>
              <a:t> </a:t>
            </a:r>
            <a:r>
              <a:rPr lang="de-DE" sz="1400" dirty="0" err="1">
                <a:solidFill>
                  <a:srgbClr val="A5355C"/>
                </a:solidFill>
                <a:latin typeface="Lucida Console" panose="020B0609040504020204" pitchFamily="49" charset="0"/>
              </a:rPr>
              <a:t>prepare_codebook</a:t>
            </a:r>
            <a:r>
              <a:rPr lang="de-DE" sz="1400" dirty="0">
                <a:solidFill>
                  <a:srgbClr val="A5355C"/>
                </a:solidFill>
                <a:latin typeface="Lucida Console" panose="020B0609040504020204" pitchFamily="49" charset="0"/>
              </a:rPr>
              <a:t>()</a:t>
            </a:r>
          </a:p>
        </p:txBody>
      </p:sp>
      <p:sp>
        <p:nvSpPr>
          <p:cNvPr id="82" name="Rectangle 20">
            <a:extLst>
              <a:ext uri="{FF2B5EF4-FFF2-40B4-BE49-F238E27FC236}">
                <a16:creationId xmlns:a16="http://schemas.microsoft.com/office/drawing/2014/main" id="{E19A79BC-8CBD-5974-45A4-B2954AA857AD}"/>
              </a:ext>
            </a:extLst>
          </p:cNvPr>
          <p:cNvSpPr/>
          <p:nvPr/>
        </p:nvSpPr>
        <p:spPr>
          <a:xfrm>
            <a:off x="7642762" y="3680157"/>
            <a:ext cx="1392688" cy="26955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 err="1">
                <a:solidFill>
                  <a:schemeClr val="accent1"/>
                </a:solidFill>
                <a:latin typeface="Lucida Console" panose="020B0609040504020204" pitchFamily="49" charset="0"/>
              </a:rPr>
              <a:t>Codebook</a:t>
            </a:r>
            <a:endParaRPr lang="de-DE" sz="1400" b="1" dirty="0">
              <a:solidFill>
                <a:schemeClr val="accent1"/>
              </a:solidFill>
              <a:latin typeface="Lucida Console" panose="020B0609040504020204" pitchFamily="49" charset="0"/>
            </a:endParaRPr>
          </a:p>
        </p:txBody>
      </p:sp>
      <p:sp>
        <p:nvSpPr>
          <p:cNvPr id="83" name="Rectangle 20">
            <a:extLst>
              <a:ext uri="{FF2B5EF4-FFF2-40B4-BE49-F238E27FC236}">
                <a16:creationId xmlns:a16="http://schemas.microsoft.com/office/drawing/2014/main" id="{FF47F313-D6D0-7D9A-FEB1-6096217A90B8}"/>
              </a:ext>
            </a:extLst>
          </p:cNvPr>
          <p:cNvSpPr/>
          <p:nvPr/>
        </p:nvSpPr>
        <p:spPr>
          <a:xfrm>
            <a:off x="8954984" y="262117"/>
            <a:ext cx="1583809" cy="269550"/>
          </a:xfrm>
          <a:prstGeom prst="rect">
            <a:avLst/>
          </a:prstGeom>
          <a:solidFill>
            <a:srgbClr val="FFFFFF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b="1" dirty="0" err="1">
                <a:solidFill>
                  <a:schemeClr val="accent1"/>
                </a:solidFill>
                <a:latin typeface="Lucida Console" panose="020B0609040504020204" pitchFamily="49" charset="0"/>
              </a:rPr>
              <a:t>Kodiermanual</a:t>
            </a:r>
            <a:endParaRPr lang="de-DE" sz="1400" b="1" dirty="0">
              <a:solidFill>
                <a:schemeClr val="accent1"/>
              </a:solidFill>
              <a:latin typeface="Lucida Console" panose="020B0609040504020204" pitchFamily="49" charset="0"/>
            </a:endParaRP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D4BD656C-60BF-7019-C829-FE95CC6C953C}"/>
              </a:ext>
            </a:extLst>
          </p:cNvPr>
          <p:cNvSpPr/>
          <p:nvPr/>
        </p:nvSpPr>
        <p:spPr>
          <a:xfrm>
            <a:off x="5163455" y="1430547"/>
            <a:ext cx="3348228" cy="1455802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85" name="Rectangle 3">
            <a:extLst>
              <a:ext uri="{FF2B5EF4-FFF2-40B4-BE49-F238E27FC236}">
                <a16:creationId xmlns:a16="http://schemas.microsoft.com/office/drawing/2014/main" id="{CA675851-3960-E0BB-4BD8-12157C1A6F72}"/>
              </a:ext>
            </a:extLst>
          </p:cNvPr>
          <p:cNvSpPr/>
          <p:nvPr/>
        </p:nvSpPr>
        <p:spPr>
          <a:xfrm>
            <a:off x="78802" y="5106031"/>
            <a:ext cx="3348228" cy="1455802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86" name="Rectangle 3">
            <a:extLst>
              <a:ext uri="{FF2B5EF4-FFF2-40B4-BE49-F238E27FC236}">
                <a16:creationId xmlns:a16="http://schemas.microsoft.com/office/drawing/2014/main" id="{640AF0BC-F36B-3722-F130-760006BE0CAA}"/>
              </a:ext>
            </a:extLst>
          </p:cNvPr>
          <p:cNvSpPr/>
          <p:nvPr/>
        </p:nvSpPr>
        <p:spPr>
          <a:xfrm>
            <a:off x="3823264" y="4681623"/>
            <a:ext cx="3576623" cy="1851276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sp>
        <p:nvSpPr>
          <p:cNvPr id="87" name="Rectangle 3">
            <a:extLst>
              <a:ext uri="{FF2B5EF4-FFF2-40B4-BE49-F238E27FC236}">
                <a16:creationId xmlns:a16="http://schemas.microsoft.com/office/drawing/2014/main" id="{6A46A97F-A6BC-916E-FDD5-39EC22083769}"/>
              </a:ext>
            </a:extLst>
          </p:cNvPr>
          <p:cNvSpPr/>
          <p:nvPr/>
        </p:nvSpPr>
        <p:spPr>
          <a:xfrm>
            <a:off x="7627675" y="3990986"/>
            <a:ext cx="4465166" cy="2230495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90" name="Gerade Verbindung 89">
            <a:extLst>
              <a:ext uri="{FF2B5EF4-FFF2-40B4-BE49-F238E27FC236}">
                <a16:creationId xmlns:a16="http://schemas.microsoft.com/office/drawing/2014/main" id="{7946DB2E-EA6D-9427-B4FD-C42E628A4B71}"/>
              </a:ext>
            </a:extLst>
          </p:cNvPr>
          <p:cNvCxnSpPr>
            <a:cxnSpLocks/>
          </p:cNvCxnSpPr>
          <p:nvPr/>
        </p:nvCxnSpPr>
        <p:spPr>
          <a:xfrm flipH="1">
            <a:off x="6466788" y="4486983"/>
            <a:ext cx="339" cy="206937"/>
          </a:xfrm>
          <a:prstGeom prst="line">
            <a:avLst/>
          </a:prstGeom>
          <a:ln w="41275">
            <a:solidFill>
              <a:srgbClr val="A53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3">
            <a:extLst>
              <a:ext uri="{FF2B5EF4-FFF2-40B4-BE49-F238E27FC236}">
                <a16:creationId xmlns:a16="http://schemas.microsoft.com/office/drawing/2014/main" id="{F697B20F-C6F3-3959-C534-C8BF159C7221}"/>
              </a:ext>
            </a:extLst>
          </p:cNvPr>
          <p:cNvSpPr/>
          <p:nvPr/>
        </p:nvSpPr>
        <p:spPr>
          <a:xfrm>
            <a:off x="8942690" y="612422"/>
            <a:ext cx="3192640" cy="2743827"/>
          </a:xfrm>
          <a:prstGeom prst="rect">
            <a:avLst/>
          </a:prstGeom>
          <a:noFill/>
          <a:ln>
            <a:solidFill>
              <a:srgbClr val="A535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 dirty="0">
              <a:solidFill>
                <a:srgbClr val="A5355C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841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Macintosh PowerPoint</Application>
  <PresentationFormat>Breitbild</PresentationFormat>
  <Paragraphs>81</Paragraphs>
  <Slides>22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Lucida Console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Apel</dc:creator>
  <cp:lastModifiedBy>Eva Crone</cp:lastModifiedBy>
  <cp:revision>30</cp:revision>
  <dcterms:created xsi:type="dcterms:W3CDTF">2026-02-17T17:01:48Z</dcterms:created>
  <dcterms:modified xsi:type="dcterms:W3CDTF">2026-09-16T09:31:03Z</dcterms:modified>
</cp:coreProperties>
</file>